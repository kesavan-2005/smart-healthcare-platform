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79" r:id="rId3"/>
    <p:sldId id="257" r:id="rId4"/>
    <p:sldId id="280" r:id="rId5"/>
    <p:sldId id="284" r:id="rId6"/>
    <p:sldId id="259" r:id="rId7"/>
    <p:sldId id="285" r:id="rId8"/>
    <p:sldId id="287" r:id="rId9"/>
    <p:sldId id="288" r:id="rId10"/>
    <p:sldId id="286" r:id="rId11"/>
    <p:sldId id="290" r:id="rId12"/>
    <p:sldId id="281" r:id="rId13"/>
    <p:sldId id="293" r:id="rId14"/>
    <p:sldId id="294" r:id="rId15"/>
    <p:sldId id="295" r:id="rId16"/>
    <p:sldId id="296" r:id="rId17"/>
    <p:sldId id="297" r:id="rId18"/>
    <p:sldId id="299" r:id="rId19"/>
    <p:sldId id="300" r:id="rId20"/>
    <p:sldId id="301" r:id="rId21"/>
    <p:sldId id="302" r:id="rId22"/>
    <p:sldId id="303" r:id="rId23"/>
    <p:sldId id="304" r:id="rId24"/>
    <p:sldId id="283" r:id="rId25"/>
    <p:sldId id="292" r:id="rId26"/>
    <p:sldId id="298" r:id="rId27"/>
    <p:sldId id="289" r:id="rId28"/>
    <p:sldId id="278" r:id="rId29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hTlqDDitujaHAMW/u1J7Xmy5FS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9030E5-1604-4C37-B197-D4A32A902667}" v="71" dt="2026-03-23T06:58:47.343"/>
  </p1510:revLst>
</p1510:revInfo>
</file>

<file path=ppt/tableStyles.xml><?xml version="1.0" encoding="utf-8"?>
<a:tblStyleLst xmlns:a="http://schemas.openxmlformats.org/drawingml/2006/main" def="{DFB17D04-40B5-4E79-A3EF-15056CEC708E}">
  <a:tblStyle styleId="{DFB17D04-40B5-4E79-A3EF-15056CEC708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avan r" userId="b5d39c0510a34747" providerId="LiveId" clId="{71D97E0B-0A96-422E-820E-C2A8069D44A5}"/>
    <pc:docChg chg="undo redo custSel addSld delSld modSld sldOrd">
      <pc:chgData name="kesavan r" userId="b5d39c0510a34747" providerId="LiveId" clId="{71D97E0B-0A96-422E-820E-C2A8069D44A5}" dt="2026-03-23T07:01:45.452" v="843" actId="20577"/>
      <pc:docMkLst>
        <pc:docMk/>
      </pc:docMkLst>
      <pc:sldChg chg="addSp delSp modSp mod">
        <pc:chgData name="kesavan r" userId="b5d39c0510a34747" providerId="LiveId" clId="{71D97E0B-0A96-422E-820E-C2A8069D44A5}" dt="2026-03-22T16:35:27.116" v="685" actId="2710"/>
        <pc:sldMkLst>
          <pc:docMk/>
          <pc:sldMk cId="0" sldId="257"/>
        </pc:sldMkLst>
        <pc:spChg chg="add">
          <ac:chgData name="kesavan r" userId="b5d39c0510a34747" providerId="LiveId" clId="{71D97E0B-0A96-422E-820E-C2A8069D44A5}" dt="2026-03-22T16:33:58.715" v="673"/>
          <ac:spMkLst>
            <pc:docMk/>
            <pc:sldMk cId="0" sldId="257"/>
            <ac:spMk id="2" creationId="{B350D5BF-AC92-C810-5FB3-08B2D17F525F}"/>
          </ac:spMkLst>
        </pc:spChg>
        <pc:spChg chg="add">
          <ac:chgData name="kesavan r" userId="b5d39c0510a34747" providerId="LiveId" clId="{71D97E0B-0A96-422E-820E-C2A8069D44A5}" dt="2026-03-22T16:34:11.468" v="674"/>
          <ac:spMkLst>
            <pc:docMk/>
            <pc:sldMk cId="0" sldId="257"/>
            <ac:spMk id="3" creationId="{05DB6663-1803-D4E2-F778-2A8D493274B8}"/>
          </ac:spMkLst>
        </pc:spChg>
        <pc:spChg chg="add del mod">
          <ac:chgData name="kesavan r" userId="b5d39c0510a34747" providerId="LiveId" clId="{71D97E0B-0A96-422E-820E-C2A8069D44A5}" dt="2026-03-22T16:35:27.116" v="685" actId="2710"/>
          <ac:spMkLst>
            <pc:docMk/>
            <pc:sldMk cId="0" sldId="257"/>
            <ac:spMk id="68" creationId="{00000000-0000-0000-0000-000000000000}"/>
          </ac:spMkLst>
        </pc:spChg>
      </pc:sldChg>
      <pc:sldChg chg="modSp del mod">
        <pc:chgData name="kesavan r" userId="b5d39c0510a34747" providerId="LiveId" clId="{71D97E0B-0A96-422E-820E-C2A8069D44A5}" dt="2026-03-22T16:50:04.536" v="791" actId="47"/>
        <pc:sldMkLst>
          <pc:docMk/>
          <pc:sldMk cId="0" sldId="258"/>
        </pc:sldMkLst>
        <pc:spChg chg="mod">
          <ac:chgData name="kesavan r" userId="b5d39c0510a34747" providerId="LiveId" clId="{71D97E0B-0A96-422E-820E-C2A8069D44A5}" dt="2026-03-22T05:17:59.775" v="9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kesavan r" userId="b5d39c0510a34747" providerId="LiveId" clId="{71D97E0B-0A96-422E-820E-C2A8069D44A5}" dt="2026-03-22T16:38:46.416" v="698" actId="2711"/>
          <ac:spMkLst>
            <pc:docMk/>
            <pc:sldMk cId="0" sldId="258"/>
            <ac:spMk id="74" creationId="{00000000-0000-0000-0000-000000000000}"/>
          </ac:spMkLst>
        </pc:spChg>
      </pc:sldChg>
      <pc:sldChg chg="addSp delSp modSp mod ord">
        <pc:chgData name="kesavan r" userId="b5d39c0510a34747" providerId="LiveId" clId="{71D97E0B-0A96-422E-820E-C2A8069D44A5}" dt="2026-03-22T16:49:19.292" v="764"/>
        <pc:sldMkLst>
          <pc:docMk/>
          <pc:sldMk cId="0" sldId="259"/>
        </pc:sldMkLst>
        <pc:spChg chg="add mod">
          <ac:chgData name="kesavan r" userId="b5d39c0510a34747" providerId="LiveId" clId="{71D97E0B-0A96-422E-820E-C2A8069D44A5}" dt="2026-03-22T16:39:41.328" v="709" actId="12"/>
          <ac:spMkLst>
            <pc:docMk/>
            <pc:sldMk cId="0" sldId="259"/>
            <ac:spMk id="4" creationId="{A0B79465-1201-99AF-B1FF-644A35036443}"/>
          </ac:spMkLst>
        </pc:spChg>
        <pc:spChg chg="mod">
          <ac:chgData name="kesavan r" userId="b5d39c0510a34747" providerId="LiveId" clId="{71D97E0B-0A96-422E-820E-C2A8069D44A5}" dt="2026-03-22T05:18:44.041" v="119" actId="122"/>
          <ac:spMkLst>
            <pc:docMk/>
            <pc:sldMk cId="0" sldId="259"/>
            <ac:spMk id="80" creationId="{00000000-0000-0000-0000-000000000000}"/>
          </ac:spMkLst>
        </pc:spChg>
        <pc:picChg chg="del">
          <ac:chgData name="kesavan r" userId="b5d39c0510a34747" providerId="LiveId" clId="{71D97E0B-0A96-422E-820E-C2A8069D44A5}" dt="2026-03-22T05:18:15.882" v="97" actId="478"/>
          <ac:picMkLst>
            <pc:docMk/>
            <pc:sldMk cId="0" sldId="259"/>
            <ac:picMk id="2" creationId="{DB2A0419-9944-418E-D235-532221CCFC04}"/>
          </ac:picMkLst>
        </pc:picChg>
      </pc:sldChg>
      <pc:sldChg chg="modSp mod ord">
        <pc:chgData name="kesavan r" userId="b5d39c0510a34747" providerId="LiveId" clId="{71D97E0B-0A96-422E-820E-C2A8069D44A5}" dt="2026-03-22T16:49:07.788" v="760"/>
        <pc:sldMkLst>
          <pc:docMk/>
          <pc:sldMk cId="2563766508" sldId="279"/>
        </pc:sldMkLst>
        <pc:spChg chg="mod">
          <ac:chgData name="kesavan r" userId="b5d39c0510a34747" providerId="LiveId" clId="{71D97E0B-0A96-422E-820E-C2A8069D44A5}" dt="2026-03-22T05:17:39.632" v="86" actId="20577"/>
          <ac:spMkLst>
            <pc:docMk/>
            <pc:sldMk cId="2563766508" sldId="279"/>
            <ac:spMk id="67" creationId="{A8171A58-576F-CE67-7EEB-4327D3BFF7CA}"/>
          </ac:spMkLst>
        </pc:spChg>
        <pc:spChg chg="mod">
          <ac:chgData name="kesavan r" userId="b5d39c0510a34747" providerId="LiveId" clId="{71D97E0B-0A96-422E-820E-C2A8069D44A5}" dt="2026-03-22T16:39:13.697" v="704" actId="2711"/>
          <ac:spMkLst>
            <pc:docMk/>
            <pc:sldMk cId="2563766508" sldId="279"/>
            <ac:spMk id="68" creationId="{DE22312C-ED6B-9447-731F-CAF2297906E8}"/>
          </ac:spMkLst>
        </pc:spChg>
      </pc:sldChg>
      <pc:sldChg chg="addSp modSp mod">
        <pc:chgData name="kesavan r" userId="b5d39c0510a34747" providerId="LiveId" clId="{71D97E0B-0A96-422E-820E-C2A8069D44A5}" dt="2026-03-22T16:47:02.328" v="754" actId="123"/>
        <pc:sldMkLst>
          <pc:docMk/>
          <pc:sldMk cId="2392678921" sldId="280"/>
        </pc:sldMkLst>
        <pc:spChg chg="add">
          <ac:chgData name="kesavan r" userId="b5d39c0510a34747" providerId="LiveId" clId="{71D97E0B-0A96-422E-820E-C2A8069D44A5}" dt="2026-03-22T16:37:26.802" v="687"/>
          <ac:spMkLst>
            <pc:docMk/>
            <pc:sldMk cId="2392678921" sldId="280"/>
            <ac:spMk id="2" creationId="{367287AD-7E9C-14B4-CDCF-C171037EB6F9}"/>
          </ac:spMkLst>
        </pc:spChg>
        <pc:spChg chg="mod">
          <ac:chgData name="kesavan r" userId="b5d39c0510a34747" providerId="LiveId" clId="{71D97E0B-0A96-422E-820E-C2A8069D44A5}" dt="2026-03-22T16:47:02.328" v="754" actId="123"/>
          <ac:spMkLst>
            <pc:docMk/>
            <pc:sldMk cId="2392678921" sldId="280"/>
            <ac:spMk id="68" creationId="{59D0CED5-9BA9-C32F-B2A7-EF3CD962471B}"/>
          </ac:spMkLst>
        </pc:spChg>
      </pc:sldChg>
      <pc:sldChg chg="modSp mod ord">
        <pc:chgData name="kesavan r" userId="b5d39c0510a34747" providerId="LiveId" clId="{71D97E0B-0A96-422E-820E-C2A8069D44A5}" dt="2026-03-22T16:49:37.340" v="776"/>
        <pc:sldMkLst>
          <pc:docMk/>
          <pc:sldMk cId="1809843469" sldId="281"/>
        </pc:sldMkLst>
        <pc:spChg chg="mod">
          <ac:chgData name="kesavan r" userId="b5d39c0510a34747" providerId="LiveId" clId="{71D97E0B-0A96-422E-820E-C2A8069D44A5}" dt="2026-03-22T16:43:48.364" v="746" actId="12"/>
          <ac:spMkLst>
            <pc:docMk/>
            <pc:sldMk cId="1809843469" sldId="281"/>
            <ac:spMk id="81" creationId="{AE33CB53-AA17-8B7C-7EF4-A6C4ABF8C20E}"/>
          </ac:spMkLst>
        </pc:spChg>
      </pc:sldChg>
      <pc:sldChg chg="ord">
        <pc:chgData name="kesavan r" userId="b5d39c0510a34747" providerId="LiveId" clId="{71D97E0B-0A96-422E-820E-C2A8069D44A5}" dt="2026-03-22T16:49:54.151" v="788"/>
        <pc:sldMkLst>
          <pc:docMk/>
          <pc:sldMk cId="672064093" sldId="283"/>
        </pc:sldMkLst>
      </pc:sldChg>
      <pc:sldChg chg="modSp add mod ord">
        <pc:chgData name="kesavan r" userId="b5d39c0510a34747" providerId="LiveId" clId="{71D97E0B-0A96-422E-820E-C2A8069D44A5}" dt="2026-03-22T16:49:16.521" v="762"/>
        <pc:sldMkLst>
          <pc:docMk/>
          <pc:sldMk cId="3526390678" sldId="284"/>
        </pc:sldMkLst>
        <pc:spChg chg="mod">
          <ac:chgData name="kesavan r" userId="b5d39c0510a34747" providerId="LiveId" clId="{71D97E0B-0A96-422E-820E-C2A8069D44A5}" dt="2026-03-22T05:35:35.351" v="163" actId="122"/>
          <ac:spMkLst>
            <pc:docMk/>
            <pc:sldMk cId="3526390678" sldId="284"/>
            <ac:spMk id="67" creationId="{30A17223-A63C-61A2-1E62-78BE9BA7871D}"/>
          </ac:spMkLst>
        </pc:spChg>
        <pc:spChg chg="mod">
          <ac:chgData name="kesavan r" userId="b5d39c0510a34747" providerId="LiveId" clId="{71D97E0B-0A96-422E-820E-C2A8069D44A5}" dt="2026-03-22T16:40:13.376" v="714" actId="12"/>
          <ac:spMkLst>
            <pc:docMk/>
            <pc:sldMk cId="3526390678" sldId="284"/>
            <ac:spMk id="68" creationId="{61CBEDA1-0037-5C05-D506-999D4121C214}"/>
          </ac:spMkLst>
        </pc:spChg>
      </pc:sldChg>
      <pc:sldChg chg="modSp add mod ord">
        <pc:chgData name="kesavan r" userId="b5d39c0510a34747" providerId="LiveId" clId="{71D97E0B-0A96-422E-820E-C2A8069D44A5}" dt="2026-03-22T16:57:27.171" v="793"/>
        <pc:sldMkLst>
          <pc:docMk/>
          <pc:sldMk cId="4047591516" sldId="285"/>
        </pc:sldMkLst>
        <pc:spChg chg="mod">
          <ac:chgData name="kesavan r" userId="b5d39c0510a34747" providerId="LiveId" clId="{71D97E0B-0A96-422E-820E-C2A8069D44A5}" dt="2026-03-22T05:36:26.319" v="187" actId="122"/>
          <ac:spMkLst>
            <pc:docMk/>
            <pc:sldMk cId="4047591516" sldId="285"/>
            <ac:spMk id="67" creationId="{29D9C2C4-A59A-FB6A-EBD8-E533D718CE56}"/>
          </ac:spMkLst>
        </pc:spChg>
        <pc:spChg chg="mod">
          <ac:chgData name="kesavan r" userId="b5d39c0510a34747" providerId="LiveId" clId="{71D97E0B-0A96-422E-820E-C2A8069D44A5}" dt="2026-03-22T16:40:47.635" v="719" actId="2710"/>
          <ac:spMkLst>
            <pc:docMk/>
            <pc:sldMk cId="4047591516" sldId="285"/>
            <ac:spMk id="68" creationId="{7DAA976E-8280-2758-DA29-051278C39524}"/>
          </ac:spMkLst>
        </pc:spChg>
      </pc:sldChg>
      <pc:sldChg chg="addSp delSp modSp add mod ord">
        <pc:chgData name="kesavan r" userId="b5d39c0510a34747" providerId="LiveId" clId="{71D97E0B-0A96-422E-820E-C2A8069D44A5}" dt="2026-03-22T16:49:31.187" v="772"/>
        <pc:sldMkLst>
          <pc:docMk/>
          <pc:sldMk cId="1198118024" sldId="286"/>
        </pc:sldMkLst>
        <pc:spChg chg="mod">
          <ac:chgData name="kesavan r" userId="b5d39c0510a34747" providerId="LiveId" clId="{71D97E0B-0A96-422E-820E-C2A8069D44A5}" dt="2026-03-22T05:39:33.408" v="225" actId="122"/>
          <ac:spMkLst>
            <pc:docMk/>
            <pc:sldMk cId="1198118024" sldId="286"/>
            <ac:spMk id="67" creationId="{C12B0BE6-BD19-9A02-E8A3-E81D1EB93B9B}"/>
          </ac:spMkLst>
        </pc:spChg>
        <pc:spChg chg="del mod">
          <ac:chgData name="kesavan r" userId="b5d39c0510a34747" providerId="LiveId" clId="{71D97E0B-0A96-422E-820E-C2A8069D44A5}" dt="2026-03-22T05:39:40.583" v="228"/>
          <ac:spMkLst>
            <pc:docMk/>
            <pc:sldMk cId="1198118024" sldId="286"/>
            <ac:spMk id="68" creationId="{A17C656E-EE2C-58D0-9069-A953E0BD8C61}"/>
          </ac:spMkLst>
        </pc:spChg>
        <pc:picChg chg="add del mod">
          <ac:chgData name="kesavan r" userId="b5d39c0510a34747" providerId="LiveId" clId="{71D97E0B-0A96-422E-820E-C2A8069D44A5}" dt="2026-03-22T05:49:11.920" v="343" actId="478"/>
          <ac:picMkLst>
            <pc:docMk/>
            <pc:sldMk cId="1198118024" sldId="286"/>
            <ac:picMk id="2" creationId="{E00AB24E-419F-096F-D53D-EFC14E3C6D54}"/>
          </ac:picMkLst>
        </pc:picChg>
        <pc:picChg chg="add del">
          <ac:chgData name="kesavan r" userId="b5d39c0510a34747" providerId="LiveId" clId="{71D97E0B-0A96-422E-820E-C2A8069D44A5}" dt="2026-03-22T05:49:10.996" v="342" actId="22"/>
          <ac:picMkLst>
            <pc:docMk/>
            <pc:sldMk cId="1198118024" sldId="286"/>
            <ac:picMk id="4" creationId="{6EC4D29A-065A-6996-8A1F-FB90012AB79E}"/>
          </ac:picMkLst>
        </pc:picChg>
        <pc:picChg chg="add del mod">
          <ac:chgData name="kesavan r" userId="b5d39c0510a34747" providerId="LiveId" clId="{71D97E0B-0A96-422E-820E-C2A8069D44A5}" dt="2026-03-22T05:49:34.560" v="352" actId="478"/>
          <ac:picMkLst>
            <pc:docMk/>
            <pc:sldMk cId="1198118024" sldId="286"/>
            <ac:picMk id="6" creationId="{B0EE3719-5D30-0D00-FC2F-93505E61646C}"/>
          </ac:picMkLst>
        </pc:picChg>
        <pc:picChg chg="add mod">
          <ac:chgData name="kesavan r" userId="b5d39c0510a34747" providerId="LiveId" clId="{71D97E0B-0A96-422E-820E-C2A8069D44A5}" dt="2026-03-22T05:54:15.390" v="366" actId="14100"/>
          <ac:picMkLst>
            <pc:docMk/>
            <pc:sldMk cId="1198118024" sldId="286"/>
            <ac:picMk id="8" creationId="{ADC23A74-0FE4-23C6-48D4-FE6364539913}"/>
          </ac:picMkLst>
        </pc:picChg>
      </pc:sldChg>
      <pc:sldChg chg="addSp modSp add mod ord">
        <pc:chgData name="kesavan r" userId="b5d39c0510a34747" providerId="LiveId" clId="{71D97E0B-0A96-422E-820E-C2A8069D44A5}" dt="2026-03-23T07:01:45.452" v="843" actId="20577"/>
        <pc:sldMkLst>
          <pc:docMk/>
          <pc:sldMk cId="1539177054" sldId="287"/>
        </pc:sldMkLst>
        <pc:spChg chg="add">
          <ac:chgData name="kesavan r" userId="b5d39c0510a34747" providerId="LiveId" clId="{71D97E0B-0A96-422E-820E-C2A8069D44A5}" dt="2026-03-22T05:45:37.807" v="255"/>
          <ac:spMkLst>
            <pc:docMk/>
            <pc:sldMk cId="1539177054" sldId="287"/>
            <ac:spMk id="2" creationId="{2C7AE1C5-067E-E2D7-288E-0DE337B136F3}"/>
          </ac:spMkLst>
        </pc:spChg>
        <pc:spChg chg="add">
          <ac:chgData name="kesavan r" userId="b5d39c0510a34747" providerId="LiveId" clId="{71D97E0B-0A96-422E-820E-C2A8069D44A5}" dt="2026-03-22T05:45:37.807" v="255"/>
          <ac:spMkLst>
            <pc:docMk/>
            <pc:sldMk cId="1539177054" sldId="287"/>
            <ac:spMk id="3" creationId="{DA6DC328-FE13-E3E3-F432-46BDCF478AB7}"/>
          </ac:spMkLst>
        </pc:spChg>
        <pc:spChg chg="add mod">
          <ac:chgData name="kesavan r" userId="b5d39c0510a34747" providerId="LiveId" clId="{71D97E0B-0A96-422E-820E-C2A8069D44A5}" dt="2026-03-22T05:45:50.801" v="258" actId="1076"/>
          <ac:spMkLst>
            <pc:docMk/>
            <pc:sldMk cId="1539177054" sldId="287"/>
            <ac:spMk id="4" creationId="{96633363-ADAF-7705-AA46-F03783D32F24}"/>
          </ac:spMkLst>
        </pc:spChg>
        <pc:spChg chg="add mod">
          <ac:chgData name="kesavan r" userId="b5d39c0510a34747" providerId="LiveId" clId="{71D97E0B-0A96-422E-820E-C2A8069D44A5}" dt="2026-03-22T05:45:50.801" v="258" actId="1076"/>
          <ac:spMkLst>
            <pc:docMk/>
            <pc:sldMk cId="1539177054" sldId="287"/>
            <ac:spMk id="5" creationId="{DB209130-2090-CD40-A866-1DB6D754A59F}"/>
          </ac:spMkLst>
        </pc:spChg>
        <pc:spChg chg="mod">
          <ac:chgData name="kesavan r" userId="b5d39c0510a34747" providerId="LiveId" clId="{71D97E0B-0A96-422E-820E-C2A8069D44A5}" dt="2026-03-22T05:45:12.446" v="254" actId="20577"/>
          <ac:spMkLst>
            <pc:docMk/>
            <pc:sldMk cId="1539177054" sldId="287"/>
            <ac:spMk id="67" creationId="{765112D3-3B77-5A9C-E246-3160993C82C8}"/>
          </ac:spMkLst>
        </pc:spChg>
        <pc:spChg chg="mod">
          <ac:chgData name="kesavan r" userId="b5d39c0510a34747" providerId="LiveId" clId="{71D97E0B-0A96-422E-820E-C2A8069D44A5}" dt="2026-03-23T07:01:45.452" v="843" actId="20577"/>
          <ac:spMkLst>
            <pc:docMk/>
            <pc:sldMk cId="1539177054" sldId="287"/>
            <ac:spMk id="68" creationId="{B5476871-672E-B372-A319-55313AA9D4F4}"/>
          </ac:spMkLst>
        </pc:spChg>
      </pc:sldChg>
      <pc:sldChg chg="modSp add mod ord">
        <pc:chgData name="kesavan r" userId="b5d39c0510a34747" providerId="LiveId" clId="{71D97E0B-0A96-422E-820E-C2A8069D44A5}" dt="2026-03-22T16:49:28.413" v="770"/>
        <pc:sldMkLst>
          <pc:docMk/>
          <pc:sldMk cId="1424696041" sldId="288"/>
        </pc:sldMkLst>
        <pc:spChg chg="mod">
          <ac:chgData name="kesavan r" userId="b5d39c0510a34747" providerId="LiveId" clId="{71D97E0B-0A96-422E-820E-C2A8069D44A5}" dt="2026-03-22T05:47:36.480" v="328" actId="20577"/>
          <ac:spMkLst>
            <pc:docMk/>
            <pc:sldMk cId="1424696041" sldId="288"/>
            <ac:spMk id="67" creationId="{14B737A0-615B-ED99-9959-96F81AAEFF51}"/>
          </ac:spMkLst>
        </pc:spChg>
        <pc:spChg chg="mod">
          <ac:chgData name="kesavan r" userId="b5d39c0510a34747" providerId="LiveId" clId="{71D97E0B-0A96-422E-820E-C2A8069D44A5}" dt="2026-03-22T16:42:13.307" v="729" actId="2711"/>
          <ac:spMkLst>
            <pc:docMk/>
            <pc:sldMk cId="1424696041" sldId="288"/>
            <ac:spMk id="68" creationId="{9B6FA8EA-78D7-0984-9DAF-76384031C202}"/>
          </ac:spMkLst>
        </pc:spChg>
      </pc:sldChg>
      <pc:sldChg chg="modSp add mod">
        <pc:chgData name="kesavan r" userId="b5d39c0510a34747" providerId="LiveId" clId="{71D97E0B-0A96-422E-820E-C2A8069D44A5}" dt="2026-03-22T06:43:49.245" v="433" actId="113"/>
        <pc:sldMkLst>
          <pc:docMk/>
          <pc:sldMk cId="1874028830" sldId="289"/>
        </pc:sldMkLst>
        <pc:spChg chg="mod">
          <ac:chgData name="kesavan r" userId="b5d39c0510a34747" providerId="LiveId" clId="{71D97E0B-0A96-422E-820E-C2A8069D44A5}" dt="2026-03-22T06:39:37.765" v="390" actId="122"/>
          <ac:spMkLst>
            <pc:docMk/>
            <pc:sldMk cId="1874028830" sldId="289"/>
            <ac:spMk id="67" creationId="{EF1D9F4F-83C7-03B6-F757-02C0F36EC679}"/>
          </ac:spMkLst>
        </pc:spChg>
        <pc:spChg chg="mod">
          <ac:chgData name="kesavan r" userId="b5d39c0510a34747" providerId="LiveId" clId="{71D97E0B-0A96-422E-820E-C2A8069D44A5}" dt="2026-03-22T06:43:49.245" v="433" actId="113"/>
          <ac:spMkLst>
            <pc:docMk/>
            <pc:sldMk cId="1874028830" sldId="289"/>
            <ac:spMk id="68" creationId="{F5C6E63E-B09F-558F-98D7-C477AC4DA253}"/>
          </ac:spMkLst>
        </pc:spChg>
      </pc:sldChg>
      <pc:sldChg chg="addSp delSp modSp add mod ord">
        <pc:chgData name="kesavan r" userId="b5d39c0510a34747" providerId="LiveId" clId="{71D97E0B-0A96-422E-820E-C2A8069D44A5}" dt="2026-03-22T16:49:34.579" v="774"/>
        <pc:sldMkLst>
          <pc:docMk/>
          <pc:sldMk cId="3941421295" sldId="290"/>
        </pc:sldMkLst>
        <pc:spChg chg="mod">
          <ac:chgData name="kesavan r" userId="b5d39c0510a34747" providerId="LiveId" clId="{71D97E0B-0A96-422E-820E-C2A8069D44A5}" dt="2026-03-22T06:45:16.423" v="462" actId="1076"/>
          <ac:spMkLst>
            <pc:docMk/>
            <pc:sldMk cId="3941421295" sldId="290"/>
            <ac:spMk id="67" creationId="{A52848DC-17AB-F085-FF71-AC6B78CFC915}"/>
          </ac:spMkLst>
        </pc:spChg>
        <pc:spChg chg="del mod">
          <ac:chgData name="kesavan r" userId="b5d39c0510a34747" providerId="LiveId" clId="{71D97E0B-0A96-422E-820E-C2A8069D44A5}" dt="2026-03-22T16:42:38.851" v="735"/>
          <ac:spMkLst>
            <pc:docMk/>
            <pc:sldMk cId="3941421295" sldId="290"/>
            <ac:spMk id="68" creationId="{51C6E5E4-0DF4-C29A-46A7-FB0AA5AFA34E}"/>
          </ac:spMkLst>
        </pc:spChg>
        <pc:picChg chg="add mod">
          <ac:chgData name="kesavan r" userId="b5d39c0510a34747" providerId="LiveId" clId="{71D97E0B-0A96-422E-820E-C2A8069D44A5}" dt="2026-03-22T16:48:50.083" v="758" actId="34807"/>
          <ac:picMkLst>
            <pc:docMk/>
            <pc:sldMk cId="3941421295" sldId="290"/>
            <ac:picMk id="3" creationId="{241CC38C-95FC-7669-E9BE-CE931F53BEF1}"/>
          </ac:picMkLst>
        </pc:picChg>
      </pc:sldChg>
      <pc:sldChg chg="modSp add del mod">
        <pc:chgData name="kesavan r" userId="b5d39c0510a34747" providerId="LiveId" clId="{71D97E0B-0A96-422E-820E-C2A8069D44A5}" dt="2026-03-22T16:43:22.415" v="741" actId="47"/>
        <pc:sldMkLst>
          <pc:docMk/>
          <pc:sldMk cId="2269571409" sldId="291"/>
        </pc:sldMkLst>
        <pc:spChg chg="mod">
          <ac:chgData name="kesavan r" userId="b5d39c0510a34747" providerId="LiveId" clId="{71D97E0B-0A96-422E-820E-C2A8069D44A5}" dt="2026-03-22T16:43:08.683" v="740" actId="12"/>
          <ac:spMkLst>
            <pc:docMk/>
            <pc:sldMk cId="2269571409" sldId="291"/>
            <ac:spMk id="68" creationId="{ED13E9F5-E6D2-83B5-8F05-DE62AF226517}"/>
          </ac:spMkLst>
        </pc:spChg>
      </pc:sldChg>
      <pc:sldChg chg="modSp add mod ord">
        <pc:chgData name="kesavan r" userId="b5d39c0510a34747" providerId="LiveId" clId="{71D97E0B-0A96-422E-820E-C2A8069D44A5}" dt="2026-03-22T16:50:00.374" v="790"/>
        <pc:sldMkLst>
          <pc:docMk/>
          <pc:sldMk cId="1730530301" sldId="292"/>
        </pc:sldMkLst>
        <pc:spChg chg="mod">
          <ac:chgData name="kesavan r" userId="b5d39c0510a34747" providerId="LiveId" clId="{71D97E0B-0A96-422E-820E-C2A8069D44A5}" dt="2026-03-22T06:48:12.274" v="518" actId="14100"/>
          <ac:spMkLst>
            <pc:docMk/>
            <pc:sldMk cId="1730530301" sldId="292"/>
            <ac:spMk id="80" creationId="{1DDC722E-3498-A180-20BA-D6B44C1B7BB7}"/>
          </ac:spMkLst>
        </pc:spChg>
        <pc:spChg chg="mod">
          <ac:chgData name="kesavan r" userId="b5d39c0510a34747" providerId="LiveId" clId="{71D97E0B-0A96-422E-820E-C2A8069D44A5}" dt="2026-03-22T16:44:40.935" v="748" actId="2711"/>
          <ac:spMkLst>
            <pc:docMk/>
            <pc:sldMk cId="1730530301" sldId="292"/>
            <ac:spMk id="81" creationId="{6F3FAD74-2F21-212B-D300-7AFD55E7F386}"/>
          </ac:spMkLst>
        </pc:spChg>
      </pc:sldChg>
      <pc:sldChg chg="addSp delSp modSp add mod ord">
        <pc:chgData name="kesavan r" userId="b5d39c0510a34747" providerId="LiveId" clId="{71D97E0B-0A96-422E-820E-C2A8069D44A5}" dt="2026-03-22T16:49:41.317" v="778"/>
        <pc:sldMkLst>
          <pc:docMk/>
          <pc:sldMk cId="1499846226" sldId="293"/>
        </pc:sldMkLst>
        <pc:spChg chg="mod">
          <ac:chgData name="kesavan r" userId="b5d39c0510a34747" providerId="LiveId" clId="{71D97E0B-0A96-422E-820E-C2A8069D44A5}" dt="2026-03-22T10:36:10.298" v="579" actId="1076"/>
          <ac:spMkLst>
            <pc:docMk/>
            <pc:sldMk cId="1499846226" sldId="293"/>
            <ac:spMk id="79" creationId="{FAA0DED0-7A10-6868-8C2C-E3AFB9B05D9D}"/>
          </ac:spMkLst>
        </pc:spChg>
        <pc:spChg chg="mod">
          <ac:chgData name="kesavan r" userId="b5d39c0510a34747" providerId="LiveId" clId="{71D97E0B-0A96-422E-820E-C2A8069D44A5}" dt="2026-03-22T10:36:14.596" v="580" actId="1076"/>
          <ac:spMkLst>
            <pc:docMk/>
            <pc:sldMk cId="1499846226" sldId="293"/>
            <ac:spMk id="80" creationId="{A1BFFCBD-57C3-C66D-B4FF-C05AE918024F}"/>
          </ac:spMkLst>
        </pc:spChg>
        <pc:spChg chg="del mod">
          <ac:chgData name="kesavan r" userId="b5d39c0510a34747" providerId="LiveId" clId="{71D97E0B-0A96-422E-820E-C2A8069D44A5}" dt="2026-03-22T10:36:23.746" v="585"/>
          <ac:spMkLst>
            <pc:docMk/>
            <pc:sldMk cId="1499846226" sldId="293"/>
            <ac:spMk id="81" creationId="{C5A166DC-11C7-C769-A694-AC85E78B447C}"/>
          </ac:spMkLst>
        </pc:spChg>
        <pc:picChg chg="add mod modCrop">
          <ac:chgData name="kesavan r" userId="b5d39c0510a34747" providerId="LiveId" clId="{71D97E0B-0A96-422E-820E-C2A8069D44A5}" dt="2026-03-22T10:37:50.895" v="598" actId="12788"/>
          <ac:picMkLst>
            <pc:docMk/>
            <pc:sldMk cId="1499846226" sldId="293"/>
            <ac:picMk id="3" creationId="{3CD20DCC-2958-08CC-0F39-32579DCB24D1}"/>
          </ac:picMkLst>
        </pc:picChg>
      </pc:sldChg>
      <pc:sldChg chg="addSp delSp modSp add mod ord">
        <pc:chgData name="kesavan r" userId="b5d39c0510a34747" providerId="LiveId" clId="{71D97E0B-0A96-422E-820E-C2A8069D44A5}" dt="2026-03-22T16:49:43.323" v="780"/>
        <pc:sldMkLst>
          <pc:docMk/>
          <pc:sldMk cId="4048023788" sldId="294"/>
        </pc:sldMkLst>
        <pc:spChg chg="mod">
          <ac:chgData name="kesavan r" userId="b5d39c0510a34747" providerId="LiveId" clId="{71D97E0B-0A96-422E-820E-C2A8069D44A5}" dt="2026-03-22T10:38:15.645" v="608"/>
          <ac:spMkLst>
            <pc:docMk/>
            <pc:sldMk cId="4048023788" sldId="294"/>
            <ac:spMk id="79" creationId="{1E294060-DC88-3E08-CB20-06F527839032}"/>
          </ac:spMkLst>
        </pc:spChg>
        <pc:spChg chg="add del mod">
          <ac:chgData name="kesavan r" userId="b5d39c0510a34747" providerId="LiveId" clId="{71D97E0B-0A96-422E-820E-C2A8069D44A5}" dt="2026-03-22T10:38:28.482" v="617"/>
          <ac:spMkLst>
            <pc:docMk/>
            <pc:sldMk cId="4048023788" sldId="294"/>
            <ac:spMk id="80" creationId="{E994A1D3-8920-2906-30E8-1B69D3EEE85D}"/>
          </ac:spMkLst>
        </pc:spChg>
        <pc:spChg chg="del mod">
          <ac:chgData name="kesavan r" userId="b5d39c0510a34747" providerId="LiveId" clId="{71D97E0B-0A96-422E-820E-C2A8069D44A5}" dt="2026-03-22T10:38:56.726" v="626"/>
          <ac:spMkLst>
            <pc:docMk/>
            <pc:sldMk cId="4048023788" sldId="294"/>
            <ac:spMk id="81" creationId="{A2939025-3CD8-71EF-21CE-FE65F6D86B95}"/>
          </ac:spMkLst>
        </pc:spChg>
        <pc:picChg chg="add mod modCrop">
          <ac:chgData name="kesavan r" userId="b5d39c0510a34747" providerId="LiveId" clId="{71D97E0B-0A96-422E-820E-C2A8069D44A5}" dt="2026-03-22T10:39:11.141" v="629" actId="14100"/>
          <ac:picMkLst>
            <pc:docMk/>
            <pc:sldMk cId="4048023788" sldId="294"/>
            <ac:picMk id="3" creationId="{58B684EC-1184-30A8-4457-17F07819C97C}"/>
          </ac:picMkLst>
        </pc:picChg>
      </pc:sldChg>
      <pc:sldChg chg="addSp delSp modSp add mod ord">
        <pc:chgData name="kesavan r" userId="b5d39c0510a34747" providerId="LiveId" clId="{71D97E0B-0A96-422E-820E-C2A8069D44A5}" dt="2026-03-22T16:49:46.070" v="782"/>
        <pc:sldMkLst>
          <pc:docMk/>
          <pc:sldMk cId="970254309" sldId="295"/>
        </pc:sldMkLst>
        <pc:spChg chg="mod">
          <ac:chgData name="kesavan r" userId="b5d39c0510a34747" providerId="LiveId" clId="{71D97E0B-0A96-422E-820E-C2A8069D44A5}" dt="2026-03-22T10:39:25.891" v="630"/>
          <ac:spMkLst>
            <pc:docMk/>
            <pc:sldMk cId="970254309" sldId="295"/>
            <ac:spMk id="80" creationId="{80CE78AA-65E1-81E8-74E7-38533147DE30}"/>
          </ac:spMkLst>
        </pc:spChg>
        <pc:spChg chg="del mod">
          <ac:chgData name="kesavan r" userId="b5d39c0510a34747" providerId="LiveId" clId="{71D97E0B-0A96-422E-820E-C2A8069D44A5}" dt="2026-03-22T10:40:02.053" v="641"/>
          <ac:spMkLst>
            <pc:docMk/>
            <pc:sldMk cId="970254309" sldId="295"/>
            <ac:spMk id="81" creationId="{7CE941A4-F018-347F-2BC6-3EC906332E20}"/>
          </ac:spMkLst>
        </pc:spChg>
        <pc:picChg chg="add mod">
          <ac:chgData name="kesavan r" userId="b5d39c0510a34747" providerId="LiveId" clId="{71D97E0B-0A96-422E-820E-C2A8069D44A5}" dt="2026-03-22T10:40:23.864" v="646" actId="14100"/>
          <ac:picMkLst>
            <pc:docMk/>
            <pc:sldMk cId="970254309" sldId="295"/>
            <ac:picMk id="3" creationId="{D13D6479-B824-3043-03D9-DB56B2EC9615}"/>
          </ac:picMkLst>
        </pc:picChg>
      </pc:sldChg>
      <pc:sldChg chg="add del">
        <pc:chgData name="kesavan r" userId="b5d39c0510a34747" providerId="LiveId" clId="{71D97E0B-0A96-422E-820E-C2A8069D44A5}" dt="2026-03-22T10:38:17.107" v="614" actId="2890"/>
        <pc:sldMkLst>
          <pc:docMk/>
          <pc:sldMk cId="1258081608" sldId="296"/>
        </pc:sldMkLst>
      </pc:sldChg>
      <pc:sldChg chg="addSp delSp modSp add mod ord">
        <pc:chgData name="kesavan r" userId="b5d39c0510a34747" providerId="LiveId" clId="{71D97E0B-0A96-422E-820E-C2A8069D44A5}" dt="2026-03-22T16:49:47.951" v="784"/>
        <pc:sldMkLst>
          <pc:docMk/>
          <pc:sldMk cId="4133471948" sldId="296"/>
        </pc:sldMkLst>
        <pc:spChg chg="mod">
          <ac:chgData name="kesavan r" userId="b5d39c0510a34747" providerId="LiveId" clId="{71D97E0B-0A96-422E-820E-C2A8069D44A5}" dt="2026-03-22T10:40:32.402" v="647"/>
          <ac:spMkLst>
            <pc:docMk/>
            <pc:sldMk cId="4133471948" sldId="296"/>
            <ac:spMk id="80" creationId="{91EB915E-CBD8-00F8-4B7D-82AB8F7DE447}"/>
          </ac:spMkLst>
        </pc:spChg>
        <pc:spChg chg="del mod">
          <ac:chgData name="kesavan r" userId="b5d39c0510a34747" providerId="LiveId" clId="{71D97E0B-0A96-422E-820E-C2A8069D44A5}" dt="2026-03-22T10:40:49.526" v="655"/>
          <ac:spMkLst>
            <pc:docMk/>
            <pc:sldMk cId="4133471948" sldId="296"/>
            <ac:spMk id="81" creationId="{62FAF437-8901-D507-37F4-97A6C8618495}"/>
          </ac:spMkLst>
        </pc:spChg>
        <pc:picChg chg="add mod">
          <ac:chgData name="kesavan r" userId="b5d39c0510a34747" providerId="LiveId" clId="{71D97E0B-0A96-422E-820E-C2A8069D44A5}" dt="2026-03-22T10:41:02.591" v="659" actId="12788"/>
          <ac:picMkLst>
            <pc:docMk/>
            <pc:sldMk cId="4133471948" sldId="296"/>
            <ac:picMk id="3" creationId="{77FEFA21-E536-F6CA-7AD3-758DA12B437A}"/>
          </ac:picMkLst>
        </pc:picChg>
        <pc:picChg chg="add mod">
          <ac:chgData name="kesavan r" userId="b5d39c0510a34747" providerId="LiveId" clId="{71D97E0B-0A96-422E-820E-C2A8069D44A5}" dt="2026-03-22T10:40:49.061" v="653" actId="571"/>
          <ac:picMkLst>
            <pc:docMk/>
            <pc:sldMk cId="4133471948" sldId="296"/>
            <ac:picMk id="4" creationId="{757E0C5A-BC8F-F728-579B-8563686C245D}"/>
          </ac:picMkLst>
        </pc:picChg>
      </pc:sldChg>
      <pc:sldChg chg="addSp delSp modSp add mod ord">
        <pc:chgData name="kesavan r" userId="b5d39c0510a34747" providerId="LiveId" clId="{71D97E0B-0A96-422E-820E-C2A8069D44A5}" dt="2026-03-22T16:49:50.135" v="786"/>
        <pc:sldMkLst>
          <pc:docMk/>
          <pc:sldMk cId="714392042" sldId="297"/>
        </pc:sldMkLst>
        <pc:spChg chg="mod">
          <ac:chgData name="kesavan r" userId="b5d39c0510a34747" providerId="LiveId" clId="{71D97E0B-0A96-422E-820E-C2A8069D44A5}" dt="2026-03-22T10:41:15.868" v="660"/>
          <ac:spMkLst>
            <pc:docMk/>
            <pc:sldMk cId="714392042" sldId="297"/>
            <ac:spMk id="80" creationId="{8059AC2E-BCE4-2CBA-8040-6DE93867BE2A}"/>
          </ac:spMkLst>
        </pc:spChg>
        <pc:spChg chg="del mod">
          <ac:chgData name="kesavan r" userId="b5d39c0510a34747" providerId="LiveId" clId="{71D97E0B-0A96-422E-820E-C2A8069D44A5}" dt="2026-03-22T10:41:40.456" v="672"/>
          <ac:spMkLst>
            <pc:docMk/>
            <pc:sldMk cId="714392042" sldId="297"/>
            <ac:spMk id="81" creationId="{241EBF24-6334-477E-F0F0-5078567CCF48}"/>
          </ac:spMkLst>
        </pc:spChg>
        <pc:picChg chg="add mod">
          <ac:chgData name="kesavan r" userId="b5d39c0510a34747" providerId="LiveId" clId="{71D97E0B-0A96-422E-820E-C2A8069D44A5}" dt="2026-03-22T10:41:38.076" v="670" actId="14100"/>
          <ac:picMkLst>
            <pc:docMk/>
            <pc:sldMk cId="714392042" sldId="297"/>
            <ac:picMk id="3" creationId="{2ED57F6C-060F-C134-F4BD-7456403693AD}"/>
          </ac:picMkLst>
        </pc:picChg>
      </pc:sldChg>
      <pc:sldChg chg="add del">
        <pc:chgData name="kesavan r" userId="b5d39c0510a34747" providerId="LiveId" clId="{71D97E0B-0A96-422E-820E-C2A8069D44A5}" dt="2026-03-22T10:38:16.721" v="613" actId="2890"/>
        <pc:sldMkLst>
          <pc:docMk/>
          <pc:sldMk cId="3421352675" sldId="297"/>
        </pc:sldMkLst>
      </pc:sldChg>
      <pc:sldChg chg="add del">
        <pc:chgData name="kesavan r" userId="b5d39c0510a34747" providerId="LiveId" clId="{71D97E0B-0A96-422E-820E-C2A8069D44A5}" dt="2026-03-22T10:38:16.377" v="612" actId="2890"/>
        <pc:sldMkLst>
          <pc:docMk/>
          <pc:sldMk cId="676938944" sldId="298"/>
        </pc:sldMkLst>
      </pc:sldChg>
      <pc:sldChg chg="addSp delSp modSp add mod">
        <pc:chgData name="kesavan r" userId="b5d39c0510a34747" providerId="LiveId" clId="{71D97E0B-0A96-422E-820E-C2A8069D44A5}" dt="2026-03-23T06:59:55.655" v="817" actId="1076"/>
        <pc:sldMkLst>
          <pc:docMk/>
          <pc:sldMk cId="3668590952" sldId="298"/>
        </pc:sldMkLst>
        <pc:spChg chg="add mod">
          <ac:chgData name="kesavan r" userId="b5d39c0510a34747" providerId="LiveId" clId="{71D97E0B-0A96-422E-820E-C2A8069D44A5}" dt="2026-03-23T06:58:31.157" v="803" actId="14100"/>
          <ac:spMkLst>
            <pc:docMk/>
            <pc:sldMk cId="3668590952" sldId="298"/>
            <ac:spMk id="2" creationId="{A464A39E-3765-6B32-129B-E2A6E48BCF04}"/>
          </ac:spMkLst>
        </pc:spChg>
        <pc:spChg chg="add mod">
          <ac:chgData name="kesavan r" userId="b5d39c0510a34747" providerId="LiveId" clId="{71D97E0B-0A96-422E-820E-C2A8069D44A5}" dt="2026-03-23T06:58:47.343" v="808" actId="14100"/>
          <ac:spMkLst>
            <pc:docMk/>
            <pc:sldMk cId="3668590952" sldId="298"/>
            <ac:spMk id="3" creationId="{C00A56F3-6260-F550-9E9E-B8DD4B015201}"/>
          </ac:spMkLst>
        </pc:spChg>
        <pc:spChg chg="mod">
          <ac:chgData name="kesavan r" userId="b5d39c0510a34747" providerId="LiveId" clId="{71D97E0B-0A96-422E-820E-C2A8069D44A5}" dt="2026-03-23T06:56:24.458" v="799" actId="115"/>
          <ac:spMkLst>
            <pc:docMk/>
            <pc:sldMk cId="3668590952" sldId="298"/>
            <ac:spMk id="80" creationId="{45F50E50-D1DA-55C2-75BC-FFB5B33EA001}"/>
          </ac:spMkLst>
        </pc:spChg>
        <pc:spChg chg="del mod">
          <ac:chgData name="kesavan r" userId="b5d39c0510a34747" providerId="LiveId" clId="{71D97E0B-0A96-422E-820E-C2A8069D44A5}" dt="2026-03-23T06:58:38.611" v="805"/>
          <ac:spMkLst>
            <pc:docMk/>
            <pc:sldMk cId="3668590952" sldId="298"/>
            <ac:spMk id="81" creationId="{B1E617C2-A68F-870F-29AD-5F1F31EDB246}"/>
          </ac:spMkLst>
        </pc:spChg>
        <pc:picChg chg="add mod modCrop">
          <ac:chgData name="kesavan r" userId="b5d39c0510a34747" providerId="LiveId" clId="{71D97E0B-0A96-422E-820E-C2A8069D44A5}" dt="2026-03-23T06:59:55.655" v="817" actId="1076"/>
          <ac:picMkLst>
            <pc:docMk/>
            <pc:sldMk cId="3668590952" sldId="298"/>
            <ac:picMk id="5" creationId="{D33776FD-9A1A-B7F8-3F60-5870854FDC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40C7BF75-DCDB-887E-E55F-31FA1564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29E6A6A3-6178-BF44-6249-5055E49D7A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2526F01D-BDD8-9211-5E14-140B739A6D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31198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4F7BFA78-34D1-FEB5-D43E-484BA8113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3848D9E7-C82B-22C9-5AD8-E5EAB893D0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E44F3080-BE29-76E8-905A-53907D3805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0402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FAB4C53-02E8-2930-CAD0-E216B6D8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00EB28C2-4996-FC2C-CF35-F9B599910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CF452653-5E92-05A6-0B94-089C7894A5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90703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7A63C05E-2B30-8B42-3208-12006F58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68830E4F-C652-A064-BEF5-EEA3F8BCF3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8B6BB40B-5DB3-BCFE-EED1-CBD039D50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3989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229537E4-827F-146E-4187-66BA6EF6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57587E6F-5746-6981-5848-6F28276197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0809C554-4D3B-2F82-FC20-1C8D4AC3F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3822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99A5AC50-BE83-8904-2C78-B96321894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4E261E3F-3346-D1D3-10A5-6D24415A8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6E3F4D3A-68DB-8837-7894-6D8D1C1E7F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8590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E53D2861-0449-A142-0473-291608C0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25F7E4A9-D1B9-4DC7-FB72-9D50C2075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6DDF7026-6EEC-D54A-A476-9655DF41D9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846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71A6C28-4815-3B37-C5A3-B14847A34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EFFF8AA2-0389-F766-C723-A185F7E005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38589C3C-4F99-E247-C936-919A9E04E5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73775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A7AF9528-2D10-A0FC-1063-E39ABCCF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E775EAD5-11A7-6C81-533E-6E8DA48EAB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A9E45C30-EFBF-37B7-9C7E-B3C65288F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97349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2CA73A44-44B3-1778-B29B-16CB8180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FCEE5570-940E-6308-04B4-1D4516F073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0F5311D4-E420-CA0F-DA35-4C78DE50C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268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3C6CA65F-F378-BC8D-CF24-84E0B80FE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D2039180-A2BF-2AC5-4A88-D3E1622C1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DF383A4B-3422-B2ED-889F-2A1F2FB3CC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126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3FB301B2-B164-300C-AA3F-6F58F9559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84F2632B-F5C2-8E1A-1FA2-59AB7A89FE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64B783D0-D5E2-0F7E-1FDA-DA27A8668D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8085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4374400D-7DB5-AA71-866A-9AA49DA4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B1666AE1-2CC1-94E7-A957-F3A97A84B0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796BB8F5-1274-18F5-079A-18E4E35C8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7988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FE8F4BA9-8110-A52A-6F81-5B2F7C3ED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A4566543-211B-97A5-5141-F5E0B0F82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5BEF4EF5-29FA-76E9-E41E-7530CFDB7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54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65F63E8E-F9A7-F37E-EB13-4D284513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8B186C4F-5631-37EB-0E28-A4BA4AE897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FE60E562-00A0-46FF-2D84-2A4700C3CB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68351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00968F3F-BE34-54BB-414B-51A4ADD1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22420962-E0E3-C53D-3E86-2E514EACA7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30A596DA-240C-FB0C-364D-DF21460FA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9043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78D9A448-99F1-9181-8B88-B81DCA684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3103A214-6CCD-2ED5-1585-9EE50DEAD2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F5242F28-606F-CC47-4B29-0CE35FDB9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3265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7FBE8B07-9F1F-3075-DD05-FD9285396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FEE8C46A-65D5-DCF4-DA20-9A3EE152F1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583502C3-C8CC-E6CB-60EE-A74413BBA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7510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9DE7A021-59DB-5C94-4C9C-139386E2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EF487500-7A7A-57F2-B875-840C218BA8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3C2FC2D2-BB83-028E-B552-687766C83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9163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CF5D62C6-E952-AE78-9B1B-86EB9A5E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425C7CAB-2FF6-D2D4-C039-A8EF0CEF1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7F69AFDA-9EF8-DDA5-2072-F6473E544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2779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9F3E09B8-C93D-6F50-152B-1C9C7A5B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542B0357-963C-A4B2-7559-902DDBC7F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EC32EFDD-B875-DE73-862F-D1D1983453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3779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D2F2758F-5EBA-FBF9-8074-B5A19DBED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B5CFA258-55F1-305B-4BDE-492D27A42A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A222699F-8FDE-B544-41C8-4FF3D8488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45862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B3F1E757-053A-BF2A-2128-630FC25B8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>
            <a:extLst>
              <a:ext uri="{FF2B5EF4-FFF2-40B4-BE49-F238E27FC236}">
                <a16:creationId xmlns:a16="http://schemas.microsoft.com/office/drawing/2014/main" id="{24DE6737-7BEB-EF76-DC2A-BCE8FA508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70FFF954-42EE-9524-117B-91C4F2DD3D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50950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FE96CA6-CE0A-29EC-9D03-313196CF7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>
            <a:extLst>
              <a:ext uri="{FF2B5EF4-FFF2-40B4-BE49-F238E27FC236}">
                <a16:creationId xmlns:a16="http://schemas.microsoft.com/office/drawing/2014/main" id="{6F7B46C2-DE3F-F086-8515-73DB6B9DB5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" name="Google Shape;65;p2:notes">
            <a:extLst>
              <a:ext uri="{FF2B5EF4-FFF2-40B4-BE49-F238E27FC236}">
                <a16:creationId xmlns:a16="http://schemas.microsoft.com/office/drawing/2014/main" id="{AFFCDD1E-F2E0-6DE4-B6CF-180185858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43077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" name="Google Shape;2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2994074" y="2621037"/>
            <a:ext cx="620385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>
            <a:spLocks noGrp="1"/>
          </p:cNvSpPr>
          <p:nvPr>
            <p:ph type="title"/>
          </p:nvPr>
        </p:nvSpPr>
        <p:spPr>
          <a:xfrm>
            <a:off x="2994074" y="2621037"/>
            <a:ext cx="620385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/>
          <p:nvPr/>
        </p:nvSpPr>
        <p:spPr>
          <a:xfrm>
            <a:off x="0" y="0"/>
            <a:ext cx="12192000" cy="878205"/>
          </a:xfrm>
          <a:custGeom>
            <a:avLst/>
            <a:gdLst/>
            <a:ahLst/>
            <a:cxnLst/>
            <a:rect l="l" t="t" r="r" b="b"/>
            <a:pathLst>
              <a:path w="12192000" h="878205" extrusionOk="0">
                <a:moveTo>
                  <a:pt x="12191999" y="878111"/>
                </a:moveTo>
                <a:lnTo>
                  <a:pt x="0" y="878111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878111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4"/>
          <p:cNvSpPr/>
          <p:nvPr/>
        </p:nvSpPr>
        <p:spPr>
          <a:xfrm>
            <a:off x="0" y="0"/>
            <a:ext cx="12192000" cy="878205"/>
          </a:xfrm>
          <a:custGeom>
            <a:avLst/>
            <a:gdLst/>
            <a:ahLst/>
            <a:cxnLst/>
            <a:rect l="l" t="t" r="r" b="b"/>
            <a:pathLst>
              <a:path w="12192000" h="878205" extrusionOk="0">
                <a:moveTo>
                  <a:pt x="0" y="0"/>
                </a:moveTo>
                <a:lnTo>
                  <a:pt x="12191999" y="0"/>
                </a:lnTo>
                <a:lnTo>
                  <a:pt x="12191999" y="878111"/>
                </a:lnTo>
                <a:lnTo>
                  <a:pt x="0" y="878111"/>
                </a:lnTo>
                <a:lnTo>
                  <a:pt x="0" y="0"/>
                </a:lnTo>
                <a:close/>
              </a:path>
            </a:pathLst>
          </a:custGeom>
          <a:noFill/>
          <a:ln w="12675" cap="flat" cmpd="sng">
            <a:solidFill>
              <a:srgbClr val="3153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4"/>
          <p:cNvSpPr txBox="1">
            <a:spLocks noGrp="1"/>
          </p:cNvSpPr>
          <p:nvPr>
            <p:ph type="title"/>
          </p:nvPr>
        </p:nvSpPr>
        <p:spPr>
          <a:xfrm>
            <a:off x="2994074" y="2621037"/>
            <a:ext cx="6203850" cy="7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"/>
          <p:cNvGrpSpPr/>
          <p:nvPr/>
        </p:nvGrpSpPr>
        <p:grpSpPr>
          <a:xfrm>
            <a:off x="137419" y="0"/>
            <a:ext cx="12396107" cy="6858000"/>
            <a:chOff x="0" y="0"/>
            <a:chExt cx="12191999" cy="6864348"/>
          </a:xfrm>
        </p:grpSpPr>
        <p:pic>
          <p:nvPicPr>
            <p:cNvPr id="46" name="Google Shape;46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12191999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1"/>
            <p:cNvSpPr/>
            <p:nvPr/>
          </p:nvSpPr>
          <p:spPr>
            <a:xfrm>
              <a:off x="1684567" y="3756936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5" h="370204" extrusionOk="0">
                  <a:moveTo>
                    <a:pt x="185055" y="370111"/>
                  </a:moveTo>
                  <a:lnTo>
                    <a:pt x="135860" y="363501"/>
                  </a:lnTo>
                  <a:lnTo>
                    <a:pt x="91654" y="344846"/>
                  </a:lnTo>
                  <a:lnTo>
                    <a:pt x="54201" y="315910"/>
                  </a:lnTo>
                  <a:lnTo>
                    <a:pt x="25265" y="278457"/>
                  </a:lnTo>
                  <a:lnTo>
                    <a:pt x="6610" y="234251"/>
                  </a:lnTo>
                  <a:lnTo>
                    <a:pt x="0" y="185055"/>
                  </a:lnTo>
                  <a:lnTo>
                    <a:pt x="6610" y="135860"/>
                  </a:lnTo>
                  <a:lnTo>
                    <a:pt x="25265" y="91654"/>
                  </a:lnTo>
                  <a:lnTo>
                    <a:pt x="54201" y="54201"/>
                  </a:lnTo>
                  <a:lnTo>
                    <a:pt x="91654" y="25265"/>
                  </a:lnTo>
                  <a:lnTo>
                    <a:pt x="135860" y="6610"/>
                  </a:lnTo>
                  <a:lnTo>
                    <a:pt x="185055" y="0"/>
                  </a:lnTo>
                  <a:lnTo>
                    <a:pt x="221327" y="3588"/>
                  </a:lnTo>
                  <a:lnTo>
                    <a:pt x="287725" y="31091"/>
                  </a:lnTo>
                  <a:lnTo>
                    <a:pt x="339020" y="82386"/>
                  </a:lnTo>
                  <a:lnTo>
                    <a:pt x="366523" y="148784"/>
                  </a:lnTo>
                  <a:lnTo>
                    <a:pt x="370111" y="185055"/>
                  </a:lnTo>
                  <a:lnTo>
                    <a:pt x="363501" y="234251"/>
                  </a:lnTo>
                  <a:lnTo>
                    <a:pt x="344846" y="278457"/>
                  </a:lnTo>
                  <a:lnTo>
                    <a:pt x="315910" y="315910"/>
                  </a:lnTo>
                  <a:lnTo>
                    <a:pt x="278457" y="344846"/>
                  </a:lnTo>
                  <a:lnTo>
                    <a:pt x="234251" y="363501"/>
                  </a:lnTo>
                  <a:lnTo>
                    <a:pt x="185055" y="3701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1684567" y="3756936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5" h="370204" extrusionOk="0">
                  <a:moveTo>
                    <a:pt x="0" y="185055"/>
                  </a:moveTo>
                  <a:lnTo>
                    <a:pt x="6610" y="135860"/>
                  </a:lnTo>
                  <a:lnTo>
                    <a:pt x="25265" y="91654"/>
                  </a:lnTo>
                  <a:lnTo>
                    <a:pt x="54201" y="54201"/>
                  </a:lnTo>
                  <a:lnTo>
                    <a:pt x="91654" y="25265"/>
                  </a:lnTo>
                  <a:lnTo>
                    <a:pt x="135860" y="6610"/>
                  </a:lnTo>
                  <a:lnTo>
                    <a:pt x="185055" y="0"/>
                  </a:lnTo>
                  <a:lnTo>
                    <a:pt x="255873" y="14086"/>
                  </a:lnTo>
                  <a:lnTo>
                    <a:pt x="315910" y="54201"/>
                  </a:lnTo>
                  <a:lnTo>
                    <a:pt x="356025" y="114238"/>
                  </a:lnTo>
                  <a:lnTo>
                    <a:pt x="370111" y="185055"/>
                  </a:lnTo>
                  <a:lnTo>
                    <a:pt x="363501" y="234251"/>
                  </a:lnTo>
                  <a:lnTo>
                    <a:pt x="344846" y="278457"/>
                  </a:lnTo>
                  <a:lnTo>
                    <a:pt x="315910" y="315910"/>
                  </a:lnTo>
                  <a:lnTo>
                    <a:pt x="278457" y="344846"/>
                  </a:lnTo>
                  <a:lnTo>
                    <a:pt x="234251" y="363501"/>
                  </a:lnTo>
                  <a:lnTo>
                    <a:pt x="185055" y="370111"/>
                  </a:lnTo>
                  <a:lnTo>
                    <a:pt x="135860" y="363501"/>
                  </a:lnTo>
                  <a:lnTo>
                    <a:pt x="91654" y="344846"/>
                  </a:lnTo>
                  <a:lnTo>
                    <a:pt x="54201" y="315910"/>
                  </a:lnTo>
                  <a:lnTo>
                    <a:pt x="25265" y="278457"/>
                  </a:lnTo>
                  <a:lnTo>
                    <a:pt x="6610" y="234251"/>
                  </a:lnTo>
                  <a:lnTo>
                    <a:pt x="0" y="185055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1999440" y="3530527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20" extrusionOk="0">
                  <a:moveTo>
                    <a:pt x="143280" y="286560"/>
                  </a:moveTo>
                  <a:lnTo>
                    <a:pt x="97992" y="279256"/>
                  </a:lnTo>
                  <a:lnTo>
                    <a:pt x="58660" y="258916"/>
                  </a:lnTo>
                  <a:lnTo>
                    <a:pt x="27644" y="227900"/>
                  </a:lnTo>
                  <a:lnTo>
                    <a:pt x="7304" y="188568"/>
                  </a:lnTo>
                  <a:lnTo>
                    <a:pt x="0" y="143280"/>
                  </a:lnTo>
                  <a:lnTo>
                    <a:pt x="7304" y="97992"/>
                  </a:lnTo>
                  <a:lnTo>
                    <a:pt x="27644" y="58660"/>
                  </a:lnTo>
                  <a:lnTo>
                    <a:pt x="58660" y="27644"/>
                  </a:lnTo>
                  <a:lnTo>
                    <a:pt x="97992" y="7304"/>
                  </a:lnTo>
                  <a:lnTo>
                    <a:pt x="143280" y="0"/>
                  </a:lnTo>
                  <a:lnTo>
                    <a:pt x="171363" y="2778"/>
                  </a:lnTo>
                  <a:lnTo>
                    <a:pt x="222772" y="24072"/>
                  </a:lnTo>
                  <a:lnTo>
                    <a:pt x="262488" y="63788"/>
                  </a:lnTo>
                  <a:lnTo>
                    <a:pt x="283782" y="115197"/>
                  </a:lnTo>
                  <a:lnTo>
                    <a:pt x="286560" y="143280"/>
                  </a:lnTo>
                  <a:lnTo>
                    <a:pt x="279256" y="188568"/>
                  </a:lnTo>
                  <a:lnTo>
                    <a:pt x="258916" y="227900"/>
                  </a:lnTo>
                  <a:lnTo>
                    <a:pt x="227900" y="258916"/>
                  </a:lnTo>
                  <a:lnTo>
                    <a:pt x="188568" y="279256"/>
                  </a:lnTo>
                  <a:lnTo>
                    <a:pt x="143280" y="2865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1999440" y="3530527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20" extrusionOk="0">
                  <a:moveTo>
                    <a:pt x="0" y="143280"/>
                  </a:moveTo>
                  <a:lnTo>
                    <a:pt x="7304" y="97992"/>
                  </a:lnTo>
                  <a:lnTo>
                    <a:pt x="27644" y="58660"/>
                  </a:lnTo>
                  <a:lnTo>
                    <a:pt x="58660" y="27644"/>
                  </a:lnTo>
                  <a:lnTo>
                    <a:pt x="97992" y="7304"/>
                  </a:lnTo>
                  <a:lnTo>
                    <a:pt x="143280" y="0"/>
                  </a:lnTo>
                  <a:lnTo>
                    <a:pt x="198111" y="10906"/>
                  </a:lnTo>
                  <a:lnTo>
                    <a:pt x="244595" y="41965"/>
                  </a:lnTo>
                  <a:lnTo>
                    <a:pt x="275654" y="88449"/>
                  </a:lnTo>
                  <a:lnTo>
                    <a:pt x="286560" y="143280"/>
                  </a:lnTo>
                  <a:lnTo>
                    <a:pt x="279256" y="188568"/>
                  </a:lnTo>
                  <a:lnTo>
                    <a:pt x="258916" y="227900"/>
                  </a:lnTo>
                  <a:lnTo>
                    <a:pt x="227900" y="258916"/>
                  </a:lnTo>
                  <a:lnTo>
                    <a:pt x="188568" y="279256"/>
                  </a:lnTo>
                  <a:lnTo>
                    <a:pt x="143280" y="286560"/>
                  </a:lnTo>
                  <a:lnTo>
                    <a:pt x="97992" y="279256"/>
                  </a:lnTo>
                  <a:lnTo>
                    <a:pt x="58660" y="258916"/>
                  </a:lnTo>
                  <a:lnTo>
                    <a:pt x="27644" y="227900"/>
                  </a:lnTo>
                  <a:lnTo>
                    <a:pt x="7304" y="188568"/>
                  </a:lnTo>
                  <a:lnTo>
                    <a:pt x="0" y="143280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1" name="Google Shape;51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02891" y="3877686"/>
              <a:ext cx="158574" cy="158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640852" y="252729"/>
              <a:ext cx="7992675" cy="66116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1"/>
          <p:cNvSpPr txBox="1">
            <a:spLocks noGrp="1"/>
          </p:cNvSpPr>
          <p:nvPr>
            <p:ph type="title"/>
          </p:nvPr>
        </p:nvSpPr>
        <p:spPr>
          <a:xfrm>
            <a:off x="3227831" y="2835711"/>
            <a:ext cx="6215285" cy="84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“MULTIMODAL  AI–DRIVEN  SMART  HEALTHCARE  PLATFORM FOR  INTELLIGENT  TELEMEDICINE  AND  DIAGNOSTIC  DECISION SUPPORT”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Google Shape;54;p1"/>
          <p:cNvGrpSpPr/>
          <p:nvPr/>
        </p:nvGrpSpPr>
        <p:grpSpPr>
          <a:xfrm>
            <a:off x="1712769" y="597669"/>
            <a:ext cx="8567597" cy="5859188"/>
            <a:chOff x="1502227" y="624525"/>
            <a:chExt cx="8567597" cy="5859188"/>
          </a:xfrm>
        </p:grpSpPr>
        <p:pic>
          <p:nvPicPr>
            <p:cNvPr id="55" name="Google Shape;55;p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395327" y="1543506"/>
              <a:ext cx="1674497" cy="5091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780506" y="624525"/>
              <a:ext cx="904137" cy="852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"/>
            <p:cNvSpPr/>
            <p:nvPr/>
          </p:nvSpPr>
          <p:spPr>
            <a:xfrm>
              <a:off x="1682929" y="4217124"/>
              <a:ext cx="2085975" cy="2085975"/>
            </a:xfrm>
            <a:custGeom>
              <a:avLst/>
              <a:gdLst/>
              <a:ahLst/>
              <a:cxnLst/>
              <a:rect l="l" t="t" r="r" b="b"/>
              <a:pathLst>
                <a:path w="2085975" h="2085975" extrusionOk="0">
                  <a:moveTo>
                    <a:pt x="1042851" y="2085702"/>
                  </a:moveTo>
                  <a:lnTo>
                    <a:pt x="995115" y="2084629"/>
                  </a:lnTo>
                  <a:lnTo>
                    <a:pt x="947930" y="2081441"/>
                  </a:lnTo>
                  <a:lnTo>
                    <a:pt x="901342" y="2076182"/>
                  </a:lnTo>
                  <a:lnTo>
                    <a:pt x="855397" y="2068901"/>
                  </a:lnTo>
                  <a:lnTo>
                    <a:pt x="810141" y="2059642"/>
                  </a:lnTo>
                  <a:lnTo>
                    <a:pt x="765620" y="2048451"/>
                  </a:lnTo>
                  <a:lnTo>
                    <a:pt x="721880" y="2035375"/>
                  </a:lnTo>
                  <a:lnTo>
                    <a:pt x="678966" y="2020459"/>
                  </a:lnTo>
                  <a:lnTo>
                    <a:pt x="636926" y="2003750"/>
                  </a:lnTo>
                  <a:lnTo>
                    <a:pt x="595805" y="1985294"/>
                  </a:lnTo>
                  <a:lnTo>
                    <a:pt x="555649" y="1965136"/>
                  </a:lnTo>
                  <a:lnTo>
                    <a:pt x="516504" y="1943323"/>
                  </a:lnTo>
                  <a:lnTo>
                    <a:pt x="478416" y="1919900"/>
                  </a:lnTo>
                  <a:lnTo>
                    <a:pt x="441431" y="1894914"/>
                  </a:lnTo>
                  <a:lnTo>
                    <a:pt x="405596" y="1868411"/>
                  </a:lnTo>
                  <a:lnTo>
                    <a:pt x="370955" y="1840437"/>
                  </a:lnTo>
                  <a:lnTo>
                    <a:pt x="337556" y="1811037"/>
                  </a:lnTo>
                  <a:lnTo>
                    <a:pt x="305444" y="1780258"/>
                  </a:lnTo>
                  <a:lnTo>
                    <a:pt x="274665" y="1748146"/>
                  </a:lnTo>
                  <a:lnTo>
                    <a:pt x="245265" y="1714747"/>
                  </a:lnTo>
                  <a:lnTo>
                    <a:pt x="217291" y="1680106"/>
                  </a:lnTo>
                  <a:lnTo>
                    <a:pt x="190788" y="1644271"/>
                  </a:lnTo>
                  <a:lnTo>
                    <a:pt x="165802" y="1607286"/>
                  </a:lnTo>
                  <a:lnTo>
                    <a:pt x="142379" y="1569198"/>
                  </a:lnTo>
                  <a:lnTo>
                    <a:pt x="120566" y="1530053"/>
                  </a:lnTo>
                  <a:lnTo>
                    <a:pt x="100408" y="1489897"/>
                  </a:lnTo>
                  <a:lnTo>
                    <a:pt x="81952" y="1448776"/>
                  </a:lnTo>
                  <a:lnTo>
                    <a:pt x="65243" y="1406736"/>
                  </a:lnTo>
                  <a:lnTo>
                    <a:pt x="50327" y="1363822"/>
                  </a:lnTo>
                  <a:lnTo>
                    <a:pt x="37251" y="1320082"/>
                  </a:lnTo>
                  <a:lnTo>
                    <a:pt x="26060" y="1275561"/>
                  </a:lnTo>
                  <a:lnTo>
                    <a:pt x="16801" y="1230305"/>
                  </a:lnTo>
                  <a:lnTo>
                    <a:pt x="9520" y="1184360"/>
                  </a:lnTo>
                  <a:lnTo>
                    <a:pt x="4261" y="1137772"/>
                  </a:lnTo>
                  <a:lnTo>
                    <a:pt x="1073" y="1090587"/>
                  </a:lnTo>
                  <a:lnTo>
                    <a:pt x="0" y="1042851"/>
                  </a:lnTo>
                  <a:lnTo>
                    <a:pt x="1073" y="995115"/>
                  </a:lnTo>
                  <a:lnTo>
                    <a:pt x="4261" y="947930"/>
                  </a:lnTo>
                  <a:lnTo>
                    <a:pt x="9520" y="901342"/>
                  </a:lnTo>
                  <a:lnTo>
                    <a:pt x="16801" y="855397"/>
                  </a:lnTo>
                  <a:lnTo>
                    <a:pt x="26060" y="810141"/>
                  </a:lnTo>
                  <a:lnTo>
                    <a:pt x="37251" y="765620"/>
                  </a:lnTo>
                  <a:lnTo>
                    <a:pt x="50327" y="721880"/>
                  </a:lnTo>
                  <a:lnTo>
                    <a:pt x="65243" y="678966"/>
                  </a:lnTo>
                  <a:lnTo>
                    <a:pt x="81952" y="636926"/>
                  </a:lnTo>
                  <a:lnTo>
                    <a:pt x="100408" y="595805"/>
                  </a:lnTo>
                  <a:lnTo>
                    <a:pt x="120566" y="555649"/>
                  </a:lnTo>
                  <a:lnTo>
                    <a:pt x="142379" y="516504"/>
                  </a:lnTo>
                  <a:lnTo>
                    <a:pt x="165802" y="478416"/>
                  </a:lnTo>
                  <a:lnTo>
                    <a:pt x="190788" y="441431"/>
                  </a:lnTo>
                  <a:lnTo>
                    <a:pt x="217291" y="405596"/>
                  </a:lnTo>
                  <a:lnTo>
                    <a:pt x="245265" y="370955"/>
                  </a:lnTo>
                  <a:lnTo>
                    <a:pt x="274665" y="337556"/>
                  </a:lnTo>
                  <a:lnTo>
                    <a:pt x="305444" y="305444"/>
                  </a:lnTo>
                  <a:lnTo>
                    <a:pt x="337556" y="274665"/>
                  </a:lnTo>
                  <a:lnTo>
                    <a:pt x="370955" y="245265"/>
                  </a:lnTo>
                  <a:lnTo>
                    <a:pt x="405596" y="217291"/>
                  </a:lnTo>
                  <a:lnTo>
                    <a:pt x="441431" y="190788"/>
                  </a:lnTo>
                  <a:lnTo>
                    <a:pt x="478416" y="165802"/>
                  </a:lnTo>
                  <a:lnTo>
                    <a:pt x="516504" y="142379"/>
                  </a:lnTo>
                  <a:lnTo>
                    <a:pt x="555649" y="120566"/>
                  </a:lnTo>
                  <a:lnTo>
                    <a:pt x="595805" y="100408"/>
                  </a:lnTo>
                  <a:lnTo>
                    <a:pt x="636926" y="81952"/>
                  </a:lnTo>
                  <a:lnTo>
                    <a:pt x="678966" y="65243"/>
                  </a:lnTo>
                  <a:lnTo>
                    <a:pt x="721880" y="50327"/>
                  </a:lnTo>
                  <a:lnTo>
                    <a:pt x="765620" y="37251"/>
                  </a:lnTo>
                  <a:lnTo>
                    <a:pt x="810141" y="26060"/>
                  </a:lnTo>
                  <a:lnTo>
                    <a:pt x="855397" y="16801"/>
                  </a:lnTo>
                  <a:lnTo>
                    <a:pt x="901342" y="9520"/>
                  </a:lnTo>
                  <a:lnTo>
                    <a:pt x="947930" y="4261"/>
                  </a:lnTo>
                  <a:lnTo>
                    <a:pt x="995115" y="1073"/>
                  </a:lnTo>
                  <a:lnTo>
                    <a:pt x="1042851" y="0"/>
                  </a:lnTo>
                  <a:lnTo>
                    <a:pt x="1091530" y="1135"/>
                  </a:lnTo>
                  <a:lnTo>
                    <a:pt x="1139903" y="4522"/>
                  </a:lnTo>
                  <a:lnTo>
                    <a:pt x="1187897" y="10131"/>
                  </a:lnTo>
                  <a:lnTo>
                    <a:pt x="1235443" y="17933"/>
                  </a:lnTo>
                  <a:lnTo>
                    <a:pt x="1282469" y="27898"/>
                  </a:lnTo>
                  <a:lnTo>
                    <a:pt x="1328903" y="39996"/>
                  </a:lnTo>
                  <a:lnTo>
                    <a:pt x="1374674" y="54198"/>
                  </a:lnTo>
                  <a:lnTo>
                    <a:pt x="1419712" y="70475"/>
                  </a:lnTo>
                  <a:lnTo>
                    <a:pt x="1463944" y="88796"/>
                  </a:lnTo>
                  <a:lnTo>
                    <a:pt x="1507299" y="109133"/>
                  </a:lnTo>
                  <a:lnTo>
                    <a:pt x="1549707" y="131456"/>
                  </a:lnTo>
                  <a:lnTo>
                    <a:pt x="1591096" y="155735"/>
                  </a:lnTo>
                  <a:lnTo>
                    <a:pt x="1631394" y="181941"/>
                  </a:lnTo>
                  <a:lnTo>
                    <a:pt x="1670531" y="210045"/>
                  </a:lnTo>
                  <a:lnTo>
                    <a:pt x="1708435" y="240016"/>
                  </a:lnTo>
                  <a:lnTo>
                    <a:pt x="1745034" y="271825"/>
                  </a:lnTo>
                  <a:lnTo>
                    <a:pt x="1780258" y="305444"/>
                  </a:lnTo>
                  <a:lnTo>
                    <a:pt x="1813877" y="340668"/>
                  </a:lnTo>
                  <a:lnTo>
                    <a:pt x="1845686" y="377268"/>
                  </a:lnTo>
                  <a:lnTo>
                    <a:pt x="1875657" y="415171"/>
                  </a:lnTo>
                  <a:lnTo>
                    <a:pt x="1903761" y="454308"/>
                  </a:lnTo>
                  <a:lnTo>
                    <a:pt x="1929967" y="494606"/>
                  </a:lnTo>
                  <a:lnTo>
                    <a:pt x="1954246" y="535995"/>
                  </a:lnTo>
                  <a:lnTo>
                    <a:pt x="1976569" y="578403"/>
                  </a:lnTo>
                  <a:lnTo>
                    <a:pt x="1996905" y="621758"/>
                  </a:lnTo>
                  <a:lnTo>
                    <a:pt x="2015227" y="665990"/>
                  </a:lnTo>
                  <a:lnTo>
                    <a:pt x="2031504" y="711027"/>
                  </a:lnTo>
                  <a:lnTo>
                    <a:pt x="2045706" y="756799"/>
                  </a:lnTo>
                  <a:lnTo>
                    <a:pt x="2057804" y="803233"/>
                  </a:lnTo>
                  <a:lnTo>
                    <a:pt x="2067769" y="850259"/>
                  </a:lnTo>
                  <a:lnTo>
                    <a:pt x="2075570" y="897805"/>
                  </a:lnTo>
                  <a:lnTo>
                    <a:pt x="2081179" y="945799"/>
                  </a:lnTo>
                  <a:lnTo>
                    <a:pt x="2084567" y="994172"/>
                  </a:lnTo>
                  <a:lnTo>
                    <a:pt x="2085702" y="1042851"/>
                  </a:lnTo>
                  <a:lnTo>
                    <a:pt x="2084629" y="1090587"/>
                  </a:lnTo>
                  <a:lnTo>
                    <a:pt x="2081440" y="1137772"/>
                  </a:lnTo>
                  <a:lnTo>
                    <a:pt x="2076182" y="1184360"/>
                  </a:lnTo>
                  <a:lnTo>
                    <a:pt x="2068901" y="1230305"/>
                  </a:lnTo>
                  <a:lnTo>
                    <a:pt x="2059641" y="1275561"/>
                  </a:lnTo>
                  <a:lnTo>
                    <a:pt x="2048451" y="1320082"/>
                  </a:lnTo>
                  <a:lnTo>
                    <a:pt x="2035374" y="1363822"/>
                  </a:lnTo>
                  <a:lnTo>
                    <a:pt x="2020459" y="1406736"/>
                  </a:lnTo>
                  <a:lnTo>
                    <a:pt x="2003750" y="1448776"/>
                  </a:lnTo>
                  <a:lnTo>
                    <a:pt x="1985293" y="1489897"/>
                  </a:lnTo>
                  <a:lnTo>
                    <a:pt x="1965136" y="1530053"/>
                  </a:lnTo>
                  <a:lnTo>
                    <a:pt x="1943323" y="1569198"/>
                  </a:lnTo>
                  <a:lnTo>
                    <a:pt x="1919900" y="1607286"/>
                  </a:lnTo>
                  <a:lnTo>
                    <a:pt x="1894914" y="1644271"/>
                  </a:lnTo>
                  <a:lnTo>
                    <a:pt x="1868411" y="1680106"/>
                  </a:lnTo>
                  <a:lnTo>
                    <a:pt x="1840437" y="1714747"/>
                  </a:lnTo>
                  <a:lnTo>
                    <a:pt x="1811037" y="1748146"/>
                  </a:lnTo>
                  <a:lnTo>
                    <a:pt x="1780258" y="1780258"/>
                  </a:lnTo>
                  <a:lnTo>
                    <a:pt x="1748146" y="1811037"/>
                  </a:lnTo>
                  <a:lnTo>
                    <a:pt x="1714747" y="1840437"/>
                  </a:lnTo>
                  <a:lnTo>
                    <a:pt x="1680106" y="1868411"/>
                  </a:lnTo>
                  <a:lnTo>
                    <a:pt x="1644271" y="1894914"/>
                  </a:lnTo>
                  <a:lnTo>
                    <a:pt x="1607286" y="1919900"/>
                  </a:lnTo>
                  <a:lnTo>
                    <a:pt x="1569198" y="1943323"/>
                  </a:lnTo>
                  <a:lnTo>
                    <a:pt x="1530053" y="1965136"/>
                  </a:lnTo>
                  <a:lnTo>
                    <a:pt x="1489897" y="1985294"/>
                  </a:lnTo>
                  <a:lnTo>
                    <a:pt x="1448776" y="2003750"/>
                  </a:lnTo>
                  <a:lnTo>
                    <a:pt x="1406736" y="2020459"/>
                  </a:lnTo>
                  <a:lnTo>
                    <a:pt x="1363822" y="2035375"/>
                  </a:lnTo>
                  <a:lnTo>
                    <a:pt x="1320082" y="2048451"/>
                  </a:lnTo>
                  <a:lnTo>
                    <a:pt x="1275561" y="2059642"/>
                  </a:lnTo>
                  <a:lnTo>
                    <a:pt x="1230305" y="2068901"/>
                  </a:lnTo>
                  <a:lnTo>
                    <a:pt x="1184360" y="2076182"/>
                  </a:lnTo>
                  <a:lnTo>
                    <a:pt x="1137772" y="2081441"/>
                  </a:lnTo>
                  <a:lnTo>
                    <a:pt x="1090587" y="2084629"/>
                  </a:lnTo>
                  <a:lnTo>
                    <a:pt x="1042851" y="20857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1682929" y="4217124"/>
              <a:ext cx="2085975" cy="2085975"/>
            </a:xfrm>
            <a:custGeom>
              <a:avLst/>
              <a:gdLst/>
              <a:ahLst/>
              <a:cxnLst/>
              <a:rect l="l" t="t" r="r" b="b"/>
              <a:pathLst>
                <a:path w="2085975" h="2085975" extrusionOk="0">
                  <a:moveTo>
                    <a:pt x="0" y="1042851"/>
                  </a:moveTo>
                  <a:lnTo>
                    <a:pt x="1073" y="995115"/>
                  </a:lnTo>
                  <a:lnTo>
                    <a:pt x="4261" y="947930"/>
                  </a:lnTo>
                  <a:lnTo>
                    <a:pt x="9520" y="901342"/>
                  </a:lnTo>
                  <a:lnTo>
                    <a:pt x="16801" y="855397"/>
                  </a:lnTo>
                  <a:lnTo>
                    <a:pt x="26060" y="810141"/>
                  </a:lnTo>
                  <a:lnTo>
                    <a:pt x="37251" y="765620"/>
                  </a:lnTo>
                  <a:lnTo>
                    <a:pt x="50327" y="721880"/>
                  </a:lnTo>
                  <a:lnTo>
                    <a:pt x="65243" y="678966"/>
                  </a:lnTo>
                  <a:lnTo>
                    <a:pt x="81952" y="636926"/>
                  </a:lnTo>
                  <a:lnTo>
                    <a:pt x="100408" y="595805"/>
                  </a:lnTo>
                  <a:lnTo>
                    <a:pt x="120566" y="555649"/>
                  </a:lnTo>
                  <a:lnTo>
                    <a:pt x="142379" y="516504"/>
                  </a:lnTo>
                  <a:lnTo>
                    <a:pt x="165802" y="478416"/>
                  </a:lnTo>
                  <a:lnTo>
                    <a:pt x="190788" y="441431"/>
                  </a:lnTo>
                  <a:lnTo>
                    <a:pt x="217291" y="405596"/>
                  </a:lnTo>
                  <a:lnTo>
                    <a:pt x="245265" y="370955"/>
                  </a:lnTo>
                  <a:lnTo>
                    <a:pt x="274665" y="337556"/>
                  </a:lnTo>
                  <a:lnTo>
                    <a:pt x="305444" y="305444"/>
                  </a:lnTo>
                  <a:lnTo>
                    <a:pt x="337556" y="274665"/>
                  </a:lnTo>
                  <a:lnTo>
                    <a:pt x="370955" y="245265"/>
                  </a:lnTo>
                  <a:lnTo>
                    <a:pt x="405596" y="217291"/>
                  </a:lnTo>
                  <a:lnTo>
                    <a:pt x="441431" y="190788"/>
                  </a:lnTo>
                  <a:lnTo>
                    <a:pt x="478416" y="165802"/>
                  </a:lnTo>
                  <a:lnTo>
                    <a:pt x="516504" y="142379"/>
                  </a:lnTo>
                  <a:lnTo>
                    <a:pt x="555649" y="120566"/>
                  </a:lnTo>
                  <a:lnTo>
                    <a:pt x="595805" y="100408"/>
                  </a:lnTo>
                  <a:lnTo>
                    <a:pt x="636926" y="81952"/>
                  </a:lnTo>
                  <a:lnTo>
                    <a:pt x="678966" y="65243"/>
                  </a:lnTo>
                  <a:lnTo>
                    <a:pt x="721880" y="50327"/>
                  </a:lnTo>
                  <a:lnTo>
                    <a:pt x="765620" y="37251"/>
                  </a:lnTo>
                  <a:lnTo>
                    <a:pt x="810141" y="26060"/>
                  </a:lnTo>
                  <a:lnTo>
                    <a:pt x="855397" y="16801"/>
                  </a:lnTo>
                  <a:lnTo>
                    <a:pt x="901342" y="9520"/>
                  </a:lnTo>
                  <a:lnTo>
                    <a:pt x="947930" y="4261"/>
                  </a:lnTo>
                  <a:lnTo>
                    <a:pt x="995115" y="1073"/>
                  </a:lnTo>
                  <a:lnTo>
                    <a:pt x="1042851" y="0"/>
                  </a:lnTo>
                  <a:lnTo>
                    <a:pt x="1091530" y="1135"/>
                  </a:lnTo>
                  <a:lnTo>
                    <a:pt x="1139903" y="4522"/>
                  </a:lnTo>
                  <a:lnTo>
                    <a:pt x="1187897" y="10131"/>
                  </a:lnTo>
                  <a:lnTo>
                    <a:pt x="1235443" y="17933"/>
                  </a:lnTo>
                  <a:lnTo>
                    <a:pt x="1282469" y="27898"/>
                  </a:lnTo>
                  <a:lnTo>
                    <a:pt x="1328903" y="39996"/>
                  </a:lnTo>
                  <a:lnTo>
                    <a:pt x="1374674" y="54198"/>
                  </a:lnTo>
                  <a:lnTo>
                    <a:pt x="1419712" y="70475"/>
                  </a:lnTo>
                  <a:lnTo>
                    <a:pt x="1463944" y="88796"/>
                  </a:lnTo>
                  <a:lnTo>
                    <a:pt x="1507299" y="109133"/>
                  </a:lnTo>
                  <a:lnTo>
                    <a:pt x="1549707" y="131456"/>
                  </a:lnTo>
                  <a:lnTo>
                    <a:pt x="1591096" y="155735"/>
                  </a:lnTo>
                  <a:lnTo>
                    <a:pt x="1631394" y="181941"/>
                  </a:lnTo>
                  <a:lnTo>
                    <a:pt x="1670531" y="210045"/>
                  </a:lnTo>
                  <a:lnTo>
                    <a:pt x="1708435" y="240016"/>
                  </a:lnTo>
                  <a:lnTo>
                    <a:pt x="1745034" y="271825"/>
                  </a:lnTo>
                  <a:lnTo>
                    <a:pt x="1780258" y="305444"/>
                  </a:lnTo>
                  <a:lnTo>
                    <a:pt x="1813877" y="340668"/>
                  </a:lnTo>
                  <a:lnTo>
                    <a:pt x="1845686" y="377268"/>
                  </a:lnTo>
                  <a:lnTo>
                    <a:pt x="1875657" y="415171"/>
                  </a:lnTo>
                  <a:lnTo>
                    <a:pt x="1903761" y="454308"/>
                  </a:lnTo>
                  <a:lnTo>
                    <a:pt x="1929967" y="494606"/>
                  </a:lnTo>
                  <a:lnTo>
                    <a:pt x="1954246" y="535995"/>
                  </a:lnTo>
                  <a:lnTo>
                    <a:pt x="1976569" y="578403"/>
                  </a:lnTo>
                  <a:lnTo>
                    <a:pt x="1996905" y="621758"/>
                  </a:lnTo>
                  <a:lnTo>
                    <a:pt x="2015227" y="665990"/>
                  </a:lnTo>
                  <a:lnTo>
                    <a:pt x="2031504" y="711027"/>
                  </a:lnTo>
                  <a:lnTo>
                    <a:pt x="2045706" y="756799"/>
                  </a:lnTo>
                  <a:lnTo>
                    <a:pt x="2057804" y="803233"/>
                  </a:lnTo>
                  <a:lnTo>
                    <a:pt x="2067769" y="850259"/>
                  </a:lnTo>
                  <a:lnTo>
                    <a:pt x="2075570" y="897805"/>
                  </a:lnTo>
                  <a:lnTo>
                    <a:pt x="2081179" y="945799"/>
                  </a:lnTo>
                  <a:lnTo>
                    <a:pt x="2084567" y="994172"/>
                  </a:lnTo>
                  <a:lnTo>
                    <a:pt x="2085702" y="1042851"/>
                  </a:lnTo>
                  <a:lnTo>
                    <a:pt x="2084629" y="1090587"/>
                  </a:lnTo>
                  <a:lnTo>
                    <a:pt x="2081440" y="1137772"/>
                  </a:lnTo>
                  <a:lnTo>
                    <a:pt x="2076182" y="1184360"/>
                  </a:lnTo>
                  <a:lnTo>
                    <a:pt x="2068901" y="1230305"/>
                  </a:lnTo>
                  <a:lnTo>
                    <a:pt x="2059641" y="1275561"/>
                  </a:lnTo>
                  <a:lnTo>
                    <a:pt x="2048451" y="1320082"/>
                  </a:lnTo>
                  <a:lnTo>
                    <a:pt x="2035374" y="1363822"/>
                  </a:lnTo>
                  <a:lnTo>
                    <a:pt x="2020459" y="1406736"/>
                  </a:lnTo>
                  <a:lnTo>
                    <a:pt x="2003750" y="1448776"/>
                  </a:lnTo>
                  <a:lnTo>
                    <a:pt x="1985293" y="1489897"/>
                  </a:lnTo>
                  <a:lnTo>
                    <a:pt x="1965136" y="1530053"/>
                  </a:lnTo>
                  <a:lnTo>
                    <a:pt x="1943323" y="1569198"/>
                  </a:lnTo>
                  <a:lnTo>
                    <a:pt x="1919900" y="1607286"/>
                  </a:lnTo>
                  <a:lnTo>
                    <a:pt x="1894914" y="1644271"/>
                  </a:lnTo>
                  <a:lnTo>
                    <a:pt x="1868411" y="1680106"/>
                  </a:lnTo>
                  <a:lnTo>
                    <a:pt x="1840437" y="1714747"/>
                  </a:lnTo>
                  <a:lnTo>
                    <a:pt x="1811037" y="1748146"/>
                  </a:lnTo>
                  <a:lnTo>
                    <a:pt x="1780258" y="1780258"/>
                  </a:lnTo>
                  <a:lnTo>
                    <a:pt x="1748146" y="1811037"/>
                  </a:lnTo>
                  <a:lnTo>
                    <a:pt x="1714747" y="1840437"/>
                  </a:lnTo>
                  <a:lnTo>
                    <a:pt x="1680106" y="1868411"/>
                  </a:lnTo>
                  <a:lnTo>
                    <a:pt x="1644271" y="1894914"/>
                  </a:lnTo>
                  <a:lnTo>
                    <a:pt x="1607286" y="1919900"/>
                  </a:lnTo>
                  <a:lnTo>
                    <a:pt x="1569198" y="1943323"/>
                  </a:lnTo>
                  <a:lnTo>
                    <a:pt x="1530053" y="1965136"/>
                  </a:lnTo>
                  <a:lnTo>
                    <a:pt x="1489897" y="1985294"/>
                  </a:lnTo>
                  <a:lnTo>
                    <a:pt x="1448776" y="2003750"/>
                  </a:lnTo>
                  <a:lnTo>
                    <a:pt x="1406736" y="2020459"/>
                  </a:lnTo>
                  <a:lnTo>
                    <a:pt x="1363822" y="2035375"/>
                  </a:lnTo>
                  <a:lnTo>
                    <a:pt x="1320082" y="2048451"/>
                  </a:lnTo>
                  <a:lnTo>
                    <a:pt x="1275561" y="2059642"/>
                  </a:lnTo>
                  <a:lnTo>
                    <a:pt x="1230305" y="2068901"/>
                  </a:lnTo>
                  <a:lnTo>
                    <a:pt x="1184360" y="2076182"/>
                  </a:lnTo>
                  <a:lnTo>
                    <a:pt x="1137772" y="2081441"/>
                  </a:lnTo>
                  <a:lnTo>
                    <a:pt x="1090587" y="2084629"/>
                  </a:lnTo>
                  <a:lnTo>
                    <a:pt x="1042851" y="2085702"/>
                  </a:lnTo>
                  <a:lnTo>
                    <a:pt x="995115" y="2084629"/>
                  </a:lnTo>
                  <a:lnTo>
                    <a:pt x="947930" y="2081441"/>
                  </a:lnTo>
                  <a:lnTo>
                    <a:pt x="901342" y="2076182"/>
                  </a:lnTo>
                  <a:lnTo>
                    <a:pt x="855397" y="2068901"/>
                  </a:lnTo>
                  <a:lnTo>
                    <a:pt x="810141" y="2059642"/>
                  </a:lnTo>
                  <a:lnTo>
                    <a:pt x="765620" y="2048451"/>
                  </a:lnTo>
                  <a:lnTo>
                    <a:pt x="721880" y="2035375"/>
                  </a:lnTo>
                  <a:lnTo>
                    <a:pt x="678966" y="2020459"/>
                  </a:lnTo>
                  <a:lnTo>
                    <a:pt x="636926" y="2003750"/>
                  </a:lnTo>
                  <a:lnTo>
                    <a:pt x="595805" y="1985294"/>
                  </a:lnTo>
                  <a:lnTo>
                    <a:pt x="555649" y="1965136"/>
                  </a:lnTo>
                  <a:lnTo>
                    <a:pt x="516504" y="1943323"/>
                  </a:lnTo>
                  <a:lnTo>
                    <a:pt x="478416" y="1919900"/>
                  </a:lnTo>
                  <a:lnTo>
                    <a:pt x="441431" y="1894914"/>
                  </a:lnTo>
                  <a:lnTo>
                    <a:pt x="405596" y="1868411"/>
                  </a:lnTo>
                  <a:lnTo>
                    <a:pt x="370955" y="1840437"/>
                  </a:lnTo>
                  <a:lnTo>
                    <a:pt x="337556" y="1811037"/>
                  </a:lnTo>
                  <a:lnTo>
                    <a:pt x="305444" y="1780258"/>
                  </a:lnTo>
                  <a:lnTo>
                    <a:pt x="274665" y="1748146"/>
                  </a:lnTo>
                  <a:lnTo>
                    <a:pt x="245265" y="1714747"/>
                  </a:lnTo>
                  <a:lnTo>
                    <a:pt x="217291" y="1680106"/>
                  </a:lnTo>
                  <a:lnTo>
                    <a:pt x="190788" y="1644271"/>
                  </a:lnTo>
                  <a:lnTo>
                    <a:pt x="165802" y="1607286"/>
                  </a:lnTo>
                  <a:lnTo>
                    <a:pt x="142379" y="1569198"/>
                  </a:lnTo>
                  <a:lnTo>
                    <a:pt x="120566" y="1530053"/>
                  </a:lnTo>
                  <a:lnTo>
                    <a:pt x="100408" y="1489897"/>
                  </a:lnTo>
                  <a:lnTo>
                    <a:pt x="81952" y="1448776"/>
                  </a:lnTo>
                  <a:lnTo>
                    <a:pt x="65243" y="1406736"/>
                  </a:lnTo>
                  <a:lnTo>
                    <a:pt x="50327" y="1363822"/>
                  </a:lnTo>
                  <a:lnTo>
                    <a:pt x="37251" y="1320082"/>
                  </a:lnTo>
                  <a:lnTo>
                    <a:pt x="26060" y="1275561"/>
                  </a:lnTo>
                  <a:lnTo>
                    <a:pt x="16801" y="1230305"/>
                  </a:lnTo>
                  <a:lnTo>
                    <a:pt x="9520" y="1184360"/>
                  </a:lnTo>
                  <a:lnTo>
                    <a:pt x="4261" y="1137772"/>
                  </a:lnTo>
                  <a:lnTo>
                    <a:pt x="1073" y="1090587"/>
                  </a:lnTo>
                  <a:lnTo>
                    <a:pt x="0" y="1042851"/>
                  </a:lnTo>
                  <a:close/>
                </a:path>
              </a:pathLst>
            </a:custGeom>
            <a:noFill/>
            <a:ln w="190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1502227" y="4036423"/>
              <a:ext cx="2447290" cy="2447290"/>
            </a:xfrm>
            <a:custGeom>
              <a:avLst/>
              <a:gdLst/>
              <a:ahLst/>
              <a:cxnLst/>
              <a:rect l="l" t="t" r="r" b="b"/>
              <a:pathLst>
                <a:path w="2447290" h="2447290" extrusionOk="0">
                  <a:moveTo>
                    <a:pt x="0" y="1223553"/>
                  </a:moveTo>
                  <a:lnTo>
                    <a:pt x="925" y="1175509"/>
                  </a:lnTo>
                  <a:lnTo>
                    <a:pt x="3681" y="1127933"/>
                  </a:lnTo>
                  <a:lnTo>
                    <a:pt x="8231" y="1080861"/>
                  </a:lnTo>
                  <a:lnTo>
                    <a:pt x="14543" y="1034326"/>
                  </a:lnTo>
                  <a:lnTo>
                    <a:pt x="22582" y="988362"/>
                  </a:lnTo>
                  <a:lnTo>
                    <a:pt x="32314" y="943004"/>
                  </a:lnTo>
                  <a:lnTo>
                    <a:pt x="43706" y="898284"/>
                  </a:lnTo>
                  <a:lnTo>
                    <a:pt x="56723" y="854238"/>
                  </a:lnTo>
                  <a:lnTo>
                    <a:pt x="71331" y="810899"/>
                  </a:lnTo>
                  <a:lnTo>
                    <a:pt x="87496" y="768301"/>
                  </a:lnTo>
                  <a:lnTo>
                    <a:pt x="105185" y="726479"/>
                  </a:lnTo>
                  <a:lnTo>
                    <a:pt x="124363" y="685466"/>
                  </a:lnTo>
                  <a:lnTo>
                    <a:pt x="144996" y="645295"/>
                  </a:lnTo>
                  <a:lnTo>
                    <a:pt x="167050" y="606002"/>
                  </a:lnTo>
                  <a:lnTo>
                    <a:pt x="190492" y="567621"/>
                  </a:lnTo>
                  <a:lnTo>
                    <a:pt x="215287" y="530184"/>
                  </a:lnTo>
                  <a:lnTo>
                    <a:pt x="241401" y="493727"/>
                  </a:lnTo>
                  <a:lnTo>
                    <a:pt x="268801" y="458283"/>
                  </a:lnTo>
                  <a:lnTo>
                    <a:pt x="297451" y="423886"/>
                  </a:lnTo>
                  <a:lnTo>
                    <a:pt x="327319" y="390571"/>
                  </a:lnTo>
                  <a:lnTo>
                    <a:pt x="358370" y="358370"/>
                  </a:lnTo>
                  <a:lnTo>
                    <a:pt x="390570" y="327319"/>
                  </a:lnTo>
                  <a:lnTo>
                    <a:pt x="423886" y="297451"/>
                  </a:lnTo>
                  <a:lnTo>
                    <a:pt x="458283" y="268801"/>
                  </a:lnTo>
                  <a:lnTo>
                    <a:pt x="493727" y="241401"/>
                  </a:lnTo>
                  <a:lnTo>
                    <a:pt x="530184" y="215287"/>
                  </a:lnTo>
                  <a:lnTo>
                    <a:pt x="567621" y="190492"/>
                  </a:lnTo>
                  <a:lnTo>
                    <a:pt x="606002" y="167051"/>
                  </a:lnTo>
                  <a:lnTo>
                    <a:pt x="645295" y="144996"/>
                  </a:lnTo>
                  <a:lnTo>
                    <a:pt x="685465" y="124363"/>
                  </a:lnTo>
                  <a:lnTo>
                    <a:pt x="726479" y="105185"/>
                  </a:lnTo>
                  <a:lnTo>
                    <a:pt x="768301" y="87496"/>
                  </a:lnTo>
                  <a:lnTo>
                    <a:pt x="810899" y="71331"/>
                  </a:lnTo>
                  <a:lnTo>
                    <a:pt x="854238" y="56723"/>
                  </a:lnTo>
                  <a:lnTo>
                    <a:pt x="898284" y="43706"/>
                  </a:lnTo>
                  <a:lnTo>
                    <a:pt x="943004" y="32314"/>
                  </a:lnTo>
                  <a:lnTo>
                    <a:pt x="988362" y="22582"/>
                  </a:lnTo>
                  <a:lnTo>
                    <a:pt x="1034326" y="14543"/>
                  </a:lnTo>
                  <a:lnTo>
                    <a:pt x="1080861" y="8231"/>
                  </a:lnTo>
                  <a:lnTo>
                    <a:pt x="1127933" y="3681"/>
                  </a:lnTo>
                  <a:lnTo>
                    <a:pt x="1175509" y="925"/>
                  </a:lnTo>
                  <a:lnTo>
                    <a:pt x="1223553" y="0"/>
                  </a:lnTo>
                  <a:lnTo>
                    <a:pt x="1274671" y="1067"/>
                  </a:lnTo>
                  <a:lnTo>
                    <a:pt x="1325508" y="4252"/>
                  </a:lnTo>
                  <a:lnTo>
                    <a:pt x="1376004" y="9529"/>
                  </a:lnTo>
                  <a:lnTo>
                    <a:pt x="1426099" y="16875"/>
                  </a:lnTo>
                  <a:lnTo>
                    <a:pt x="1475734" y="26264"/>
                  </a:lnTo>
                  <a:lnTo>
                    <a:pt x="1524849" y="37672"/>
                  </a:lnTo>
                  <a:lnTo>
                    <a:pt x="1573383" y="51074"/>
                  </a:lnTo>
                  <a:lnTo>
                    <a:pt x="1621277" y="66444"/>
                  </a:lnTo>
                  <a:lnTo>
                    <a:pt x="1668471" y="83758"/>
                  </a:lnTo>
                  <a:lnTo>
                    <a:pt x="1714906" y="102992"/>
                  </a:lnTo>
                  <a:lnTo>
                    <a:pt x="1760520" y="124120"/>
                  </a:lnTo>
                  <a:lnTo>
                    <a:pt x="1805255" y="147118"/>
                  </a:lnTo>
                  <a:lnTo>
                    <a:pt x="1849050" y="171961"/>
                  </a:lnTo>
                  <a:lnTo>
                    <a:pt x="1891846" y="198624"/>
                  </a:lnTo>
                  <a:lnTo>
                    <a:pt x="1933582" y="227082"/>
                  </a:lnTo>
                  <a:lnTo>
                    <a:pt x="1974200" y="257310"/>
                  </a:lnTo>
                  <a:lnTo>
                    <a:pt x="2013638" y="289284"/>
                  </a:lnTo>
                  <a:lnTo>
                    <a:pt x="2051837" y="322979"/>
                  </a:lnTo>
                  <a:lnTo>
                    <a:pt x="2088737" y="358370"/>
                  </a:lnTo>
                  <a:lnTo>
                    <a:pt x="2124128" y="395270"/>
                  </a:lnTo>
                  <a:lnTo>
                    <a:pt x="2157823" y="433469"/>
                  </a:lnTo>
                  <a:lnTo>
                    <a:pt x="2189797" y="472907"/>
                  </a:lnTo>
                  <a:lnTo>
                    <a:pt x="2220025" y="513525"/>
                  </a:lnTo>
                  <a:lnTo>
                    <a:pt x="2248483" y="555261"/>
                  </a:lnTo>
                  <a:lnTo>
                    <a:pt x="2275146" y="598057"/>
                  </a:lnTo>
                  <a:lnTo>
                    <a:pt x="2299989" y="641852"/>
                  </a:lnTo>
                  <a:lnTo>
                    <a:pt x="2322987" y="686587"/>
                  </a:lnTo>
                  <a:lnTo>
                    <a:pt x="2344115" y="732201"/>
                  </a:lnTo>
                  <a:lnTo>
                    <a:pt x="2363348" y="778636"/>
                  </a:lnTo>
                  <a:lnTo>
                    <a:pt x="2380663" y="825830"/>
                  </a:lnTo>
                  <a:lnTo>
                    <a:pt x="2396033" y="873724"/>
                  </a:lnTo>
                  <a:lnTo>
                    <a:pt x="2409435" y="922258"/>
                  </a:lnTo>
                  <a:lnTo>
                    <a:pt x="2420842" y="971373"/>
                  </a:lnTo>
                  <a:lnTo>
                    <a:pt x="2430232" y="1021008"/>
                  </a:lnTo>
                  <a:lnTo>
                    <a:pt x="2437578" y="1071103"/>
                  </a:lnTo>
                  <a:lnTo>
                    <a:pt x="2442855" y="1121599"/>
                  </a:lnTo>
                  <a:lnTo>
                    <a:pt x="2446040" y="1172436"/>
                  </a:lnTo>
                  <a:lnTo>
                    <a:pt x="2447107" y="1223553"/>
                  </a:lnTo>
                  <a:lnTo>
                    <a:pt x="2446182" y="1271598"/>
                  </a:lnTo>
                  <a:lnTo>
                    <a:pt x="2443426" y="1319174"/>
                  </a:lnTo>
                  <a:lnTo>
                    <a:pt x="2438876" y="1366246"/>
                  </a:lnTo>
                  <a:lnTo>
                    <a:pt x="2432564" y="1412781"/>
                  </a:lnTo>
                  <a:lnTo>
                    <a:pt x="2424525" y="1458745"/>
                  </a:lnTo>
                  <a:lnTo>
                    <a:pt x="2414793" y="1504103"/>
                  </a:lnTo>
                  <a:lnTo>
                    <a:pt x="2403401" y="1548823"/>
                  </a:lnTo>
                  <a:lnTo>
                    <a:pt x="2390384" y="1592869"/>
                  </a:lnTo>
                  <a:lnTo>
                    <a:pt x="2375776" y="1636208"/>
                  </a:lnTo>
                  <a:lnTo>
                    <a:pt x="2359611" y="1678806"/>
                  </a:lnTo>
                  <a:lnTo>
                    <a:pt x="2341922" y="1720628"/>
                  </a:lnTo>
                  <a:lnTo>
                    <a:pt x="2322744" y="1761642"/>
                  </a:lnTo>
                  <a:lnTo>
                    <a:pt x="2302111" y="1801812"/>
                  </a:lnTo>
                  <a:lnTo>
                    <a:pt x="2280056" y="1841105"/>
                  </a:lnTo>
                  <a:lnTo>
                    <a:pt x="2256615" y="1879486"/>
                  </a:lnTo>
                  <a:lnTo>
                    <a:pt x="2231820" y="1916923"/>
                  </a:lnTo>
                  <a:lnTo>
                    <a:pt x="2205706" y="1953380"/>
                  </a:lnTo>
                  <a:lnTo>
                    <a:pt x="2178306" y="1988824"/>
                  </a:lnTo>
                  <a:lnTo>
                    <a:pt x="2149656" y="2023221"/>
                  </a:lnTo>
                  <a:lnTo>
                    <a:pt x="2119788" y="2056536"/>
                  </a:lnTo>
                  <a:lnTo>
                    <a:pt x="2088737" y="2088737"/>
                  </a:lnTo>
                  <a:lnTo>
                    <a:pt x="2056536" y="2119788"/>
                  </a:lnTo>
                  <a:lnTo>
                    <a:pt x="2023221" y="2149656"/>
                  </a:lnTo>
                  <a:lnTo>
                    <a:pt x="1988824" y="2178306"/>
                  </a:lnTo>
                  <a:lnTo>
                    <a:pt x="1953380" y="2205706"/>
                  </a:lnTo>
                  <a:lnTo>
                    <a:pt x="1916923" y="2231820"/>
                  </a:lnTo>
                  <a:lnTo>
                    <a:pt x="1879486" y="2256615"/>
                  </a:lnTo>
                  <a:lnTo>
                    <a:pt x="1841105" y="2280056"/>
                  </a:lnTo>
                  <a:lnTo>
                    <a:pt x="1801812" y="2302111"/>
                  </a:lnTo>
                  <a:lnTo>
                    <a:pt x="1761641" y="2322744"/>
                  </a:lnTo>
                  <a:lnTo>
                    <a:pt x="1720628" y="2341922"/>
                  </a:lnTo>
                  <a:lnTo>
                    <a:pt x="1678806" y="2359610"/>
                  </a:lnTo>
                  <a:lnTo>
                    <a:pt x="1636208" y="2375776"/>
                  </a:lnTo>
                  <a:lnTo>
                    <a:pt x="1592869" y="2390384"/>
                  </a:lnTo>
                  <a:lnTo>
                    <a:pt x="1548823" y="2403401"/>
                  </a:lnTo>
                  <a:lnTo>
                    <a:pt x="1504103" y="2414792"/>
                  </a:lnTo>
                  <a:lnTo>
                    <a:pt x="1458745" y="2424525"/>
                  </a:lnTo>
                  <a:lnTo>
                    <a:pt x="1412781" y="2432564"/>
                  </a:lnTo>
                  <a:lnTo>
                    <a:pt x="1366246" y="2438876"/>
                  </a:lnTo>
                  <a:lnTo>
                    <a:pt x="1319173" y="2443426"/>
                  </a:lnTo>
                  <a:lnTo>
                    <a:pt x="1271598" y="2446181"/>
                  </a:lnTo>
                  <a:lnTo>
                    <a:pt x="1223553" y="2447107"/>
                  </a:lnTo>
                  <a:lnTo>
                    <a:pt x="1175509" y="2446181"/>
                  </a:lnTo>
                  <a:lnTo>
                    <a:pt x="1127933" y="2443426"/>
                  </a:lnTo>
                  <a:lnTo>
                    <a:pt x="1080861" y="2438876"/>
                  </a:lnTo>
                  <a:lnTo>
                    <a:pt x="1034326" y="2432564"/>
                  </a:lnTo>
                  <a:lnTo>
                    <a:pt x="988362" y="2424525"/>
                  </a:lnTo>
                  <a:lnTo>
                    <a:pt x="943004" y="2414792"/>
                  </a:lnTo>
                  <a:lnTo>
                    <a:pt x="898284" y="2403401"/>
                  </a:lnTo>
                  <a:lnTo>
                    <a:pt x="854238" y="2390384"/>
                  </a:lnTo>
                  <a:lnTo>
                    <a:pt x="810899" y="2375776"/>
                  </a:lnTo>
                  <a:lnTo>
                    <a:pt x="768301" y="2359610"/>
                  </a:lnTo>
                  <a:lnTo>
                    <a:pt x="726479" y="2341922"/>
                  </a:lnTo>
                  <a:lnTo>
                    <a:pt x="685465" y="2322744"/>
                  </a:lnTo>
                  <a:lnTo>
                    <a:pt x="645295" y="2302111"/>
                  </a:lnTo>
                  <a:lnTo>
                    <a:pt x="606002" y="2280056"/>
                  </a:lnTo>
                  <a:lnTo>
                    <a:pt x="567621" y="2256615"/>
                  </a:lnTo>
                  <a:lnTo>
                    <a:pt x="530184" y="2231820"/>
                  </a:lnTo>
                  <a:lnTo>
                    <a:pt x="493727" y="2205706"/>
                  </a:lnTo>
                  <a:lnTo>
                    <a:pt x="458283" y="2178306"/>
                  </a:lnTo>
                  <a:lnTo>
                    <a:pt x="423886" y="2149656"/>
                  </a:lnTo>
                  <a:lnTo>
                    <a:pt x="390570" y="2119788"/>
                  </a:lnTo>
                  <a:lnTo>
                    <a:pt x="358370" y="2088737"/>
                  </a:lnTo>
                  <a:lnTo>
                    <a:pt x="327319" y="2056536"/>
                  </a:lnTo>
                  <a:lnTo>
                    <a:pt x="297451" y="2023221"/>
                  </a:lnTo>
                  <a:lnTo>
                    <a:pt x="268801" y="1988824"/>
                  </a:lnTo>
                  <a:lnTo>
                    <a:pt x="241401" y="1953380"/>
                  </a:lnTo>
                  <a:lnTo>
                    <a:pt x="215287" y="1916923"/>
                  </a:lnTo>
                  <a:lnTo>
                    <a:pt x="190492" y="1879486"/>
                  </a:lnTo>
                  <a:lnTo>
                    <a:pt x="167050" y="1841105"/>
                  </a:lnTo>
                  <a:lnTo>
                    <a:pt x="144996" y="1801812"/>
                  </a:lnTo>
                  <a:lnTo>
                    <a:pt x="124363" y="1761642"/>
                  </a:lnTo>
                  <a:lnTo>
                    <a:pt x="105185" y="1720628"/>
                  </a:lnTo>
                  <a:lnTo>
                    <a:pt x="87496" y="1678806"/>
                  </a:lnTo>
                  <a:lnTo>
                    <a:pt x="71331" y="1636208"/>
                  </a:lnTo>
                  <a:lnTo>
                    <a:pt x="56723" y="1592869"/>
                  </a:lnTo>
                  <a:lnTo>
                    <a:pt x="43706" y="1548823"/>
                  </a:lnTo>
                  <a:lnTo>
                    <a:pt x="32314" y="1504103"/>
                  </a:lnTo>
                  <a:lnTo>
                    <a:pt x="22582" y="1458745"/>
                  </a:lnTo>
                  <a:lnTo>
                    <a:pt x="14543" y="1412781"/>
                  </a:lnTo>
                  <a:lnTo>
                    <a:pt x="8231" y="1366246"/>
                  </a:lnTo>
                  <a:lnTo>
                    <a:pt x="3681" y="1319174"/>
                  </a:lnTo>
                  <a:lnTo>
                    <a:pt x="925" y="1271598"/>
                  </a:lnTo>
                  <a:lnTo>
                    <a:pt x="0" y="1223553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1"/>
          <p:cNvSpPr txBox="1"/>
          <p:nvPr/>
        </p:nvSpPr>
        <p:spPr>
          <a:xfrm>
            <a:off x="1866838" y="5034411"/>
            <a:ext cx="177609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81050" marR="5080" lvl="0" indent="-7689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IT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4297478" y="4123325"/>
            <a:ext cx="4235098" cy="1488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450" rIns="0" bIns="0" anchor="t" anchorCtr="0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Kesavan. R              - [510422205027]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Purushothaman. S   - [510422205302]</a:t>
            </a:r>
          </a:p>
          <a:p>
            <a:r>
              <a:rPr lang="en-US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Janamejan</a:t>
            </a: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V           - [510422205020]</a:t>
            </a:r>
          </a:p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Syed Adhil B            - [510422205056]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4A8B5-ED19-C99F-8A28-9A7753D5F292}"/>
              </a:ext>
            </a:extLst>
          </p:cNvPr>
          <p:cNvSpPr txBox="1"/>
          <p:nvPr/>
        </p:nvSpPr>
        <p:spPr>
          <a:xfrm>
            <a:off x="5110480" y="5842000"/>
            <a:ext cx="19405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GUIDE</a:t>
            </a: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IN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Mrs. K. Haripriya,</a:t>
            </a:r>
          </a:p>
          <a:p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AP/IT.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7D62EC3-BC43-75BF-3D84-CCD88F291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A8171A58-576F-CE67-7EEB-4327D3BFF7CA}"/>
              </a:ext>
            </a:extLst>
          </p:cNvPr>
          <p:cNvSpPr txBox="1"/>
          <p:nvPr/>
        </p:nvSpPr>
        <p:spPr>
          <a:xfrm>
            <a:off x="3820050" y="270993"/>
            <a:ext cx="455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DE22312C-ED6B-9447-731F-CAF2297906E8}"/>
              </a:ext>
            </a:extLst>
          </p:cNvPr>
          <p:cNvSpPr txBox="1"/>
          <p:nvPr/>
        </p:nvSpPr>
        <p:spPr>
          <a:xfrm>
            <a:off x="1150233" y="1586331"/>
            <a:ext cx="10409273" cy="333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reduces trust in AI systems.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are not user-friendly for elderly and disabled users.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emergency detection for critical conditions.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face high costs due to unnecessary tests.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integrated healthcare solutions in a single platform.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766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/>
        </p:nvSpPr>
        <p:spPr>
          <a:xfrm>
            <a:off x="3820050" y="270993"/>
            <a:ext cx="455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8" name="Google Shape;68;p2"/>
          <p:cNvSpPr txBox="1"/>
          <p:nvPr/>
        </p:nvSpPr>
        <p:spPr>
          <a:xfrm>
            <a:off x="906789" y="1388596"/>
            <a:ext cx="9800890" cy="278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presents an AI-driven smart healthcare platform that functions as a digital hospital.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multimodal interaction (voice and text input) for better accessibility.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instant disease prediction with emergency alerts for critical cases.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as a scalable solution for future integration with hospitals and telemedicine services.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4F451A47-0020-6B17-F990-DA23185E0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4D0D57BF-34C3-0226-DFAE-A52656FF8D45}"/>
              </a:ext>
            </a:extLst>
          </p:cNvPr>
          <p:cNvSpPr txBox="1"/>
          <p:nvPr/>
        </p:nvSpPr>
        <p:spPr>
          <a:xfrm>
            <a:off x="3820050" y="270993"/>
            <a:ext cx="455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59D0CED5-9BA9-C32F-B2A7-EF3CD962471B}"/>
              </a:ext>
            </a:extLst>
          </p:cNvPr>
          <p:cNvSpPr txBox="1"/>
          <p:nvPr/>
        </p:nvSpPr>
        <p:spPr>
          <a:xfrm>
            <a:off x="1192259" y="1416216"/>
            <a:ext cx="9394461" cy="250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completed modules include voice-based input, an AI-driven disease prediction system, and SHAP-based visualization for explainable results, all integrated with a fully functional frontend, backend, and cloud deployment. The remaining work focuses on implementing OCR for medical report scanning and a doctor recommendation system to enhance user support. In the future, the system will include video consultation and digital health records, with a modular design that allows easy addition of new features and scalability.</a:t>
            </a:r>
          </a:p>
        </p:txBody>
      </p:sp>
    </p:spTree>
    <p:extLst>
      <p:ext uri="{BB962C8B-B14F-4D97-AF65-F5344CB8AC3E}">
        <p14:creationId xmlns:p14="http://schemas.microsoft.com/office/powerpoint/2010/main" val="239267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FEA168B-6780-E48D-95F4-187AD8849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30A17223-A63C-61A2-1E62-78BE9BA7871D}"/>
              </a:ext>
            </a:extLst>
          </p:cNvPr>
          <p:cNvSpPr txBox="1"/>
          <p:nvPr/>
        </p:nvSpPr>
        <p:spPr>
          <a:xfrm>
            <a:off x="3820050" y="270993"/>
            <a:ext cx="455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61CBEDA1-0037-5C05-D506-999D4121C214}"/>
              </a:ext>
            </a:extLst>
          </p:cNvPr>
          <p:cNvSpPr txBox="1"/>
          <p:nvPr/>
        </p:nvSpPr>
        <p:spPr>
          <a:xfrm>
            <a:off x="1150233" y="1586331"/>
            <a:ext cx="10409273" cy="333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accurate AI model for disease prediction.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Explainable AI for transparency.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voice and text-based interaction.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healthcare costs and unnecessary tests.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integrated and user-friendly healthcare system.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39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3542715" y="170252"/>
            <a:ext cx="350832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79465-1201-99AF-B1FF-644A35036443}"/>
              </a:ext>
            </a:extLst>
          </p:cNvPr>
          <p:cNvSpPr txBox="1"/>
          <p:nvPr/>
        </p:nvSpPr>
        <p:spPr>
          <a:xfrm>
            <a:off x="1221740" y="1543476"/>
            <a:ext cx="9151620" cy="3331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supports text-based symptom input.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no explanation for predictions.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Lacks emergency alert mechanisms.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services are fragmented across multiple apps.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support traditional medicine systems.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322A1499-0708-66C5-7BBF-5DF4B917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29D9C2C4-A59A-FB6A-EBD8-E533D718CE56}"/>
              </a:ext>
            </a:extLst>
          </p:cNvPr>
          <p:cNvSpPr txBox="1"/>
          <p:nvPr/>
        </p:nvSpPr>
        <p:spPr>
          <a:xfrm>
            <a:off x="3820050" y="270993"/>
            <a:ext cx="455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7DAA976E-8280-2758-DA29-051278C39524}"/>
              </a:ext>
            </a:extLst>
          </p:cNvPr>
          <p:cNvSpPr txBox="1"/>
          <p:nvPr/>
        </p:nvSpPr>
        <p:spPr>
          <a:xfrm>
            <a:off x="1150233" y="1586331"/>
            <a:ext cx="10409273" cy="333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voice-enabled symptom input system.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SHAP for Explainable AI visualization.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real-time emergency detection system.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intelligent follow-up questioning for better accuracy.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treatment recommendations across multiple medical systems.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591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F6AB36C-BDF9-14C7-DAE3-B248F63A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765112D3-3B77-5A9C-E246-3160993C82C8}"/>
              </a:ext>
            </a:extLst>
          </p:cNvPr>
          <p:cNvSpPr txBox="1"/>
          <p:nvPr/>
        </p:nvSpPr>
        <p:spPr>
          <a:xfrm>
            <a:off x="3820050" y="270993"/>
            <a:ext cx="6441550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B5476871-672E-B372-A319-55313AA9D4F4}"/>
              </a:ext>
            </a:extLst>
          </p:cNvPr>
          <p:cNvSpPr txBox="1"/>
          <p:nvPr/>
        </p:nvSpPr>
        <p:spPr>
          <a:xfrm>
            <a:off x="1150233" y="1586331"/>
            <a:ext cx="10409273" cy="3336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Tailwind CSS, JavaScript, React.js Web Speech API.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and Flask framework.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Tools: Scikit-learn, Pandas, SHAP.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 Render,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Gunicorn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GitHub.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supported by VS Code and virtual environments.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7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E8EE895D-95B0-F85B-3E9A-64645ED8F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14B737A0-615B-ED99-9959-96F81AAEFF51}"/>
              </a:ext>
            </a:extLst>
          </p:cNvPr>
          <p:cNvSpPr txBox="1"/>
          <p:nvPr/>
        </p:nvSpPr>
        <p:spPr>
          <a:xfrm>
            <a:off x="3820050" y="270993"/>
            <a:ext cx="455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9B6FA8EA-78D7-0984-9DAF-76384031C202}"/>
              </a:ext>
            </a:extLst>
          </p:cNvPr>
          <p:cNvSpPr txBox="1"/>
          <p:nvPr/>
        </p:nvSpPr>
        <p:spPr>
          <a:xfrm>
            <a:off x="1150233" y="1586331"/>
            <a:ext cx="10409273" cy="2782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130+ symptoms and 40+ diseases.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from Kaggle medical datasets.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disease descriptions and precaution details.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extension with new diseases and treatments.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accurate mapping between symptoms and diseases</a:t>
            </a:r>
          </a:p>
        </p:txBody>
      </p:sp>
    </p:spTree>
    <p:extLst>
      <p:ext uri="{BB962C8B-B14F-4D97-AF65-F5344CB8AC3E}">
        <p14:creationId xmlns:p14="http://schemas.microsoft.com/office/powerpoint/2010/main" val="1424696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EEDE66E9-032B-A4E3-7407-578DA6CA8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C12B0BE6-BD19-9A02-E8A3-E81D1EB93B9B}"/>
              </a:ext>
            </a:extLst>
          </p:cNvPr>
          <p:cNvSpPr txBox="1"/>
          <p:nvPr/>
        </p:nvSpPr>
        <p:spPr>
          <a:xfrm>
            <a:off x="3820050" y="270993"/>
            <a:ext cx="5273150" cy="443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AECHITECTURE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C23A74-0FE4-23C6-48D4-FE6364539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853441"/>
            <a:ext cx="12191999" cy="60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118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B704DF68-782B-CB8C-19A9-77827EA7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A52848DC-17AB-F085-FF71-AC6B78CFC915}"/>
              </a:ext>
            </a:extLst>
          </p:cNvPr>
          <p:cNvSpPr txBox="1"/>
          <p:nvPr/>
        </p:nvSpPr>
        <p:spPr>
          <a:xfrm>
            <a:off x="4917330" y="260833"/>
            <a:ext cx="188987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DCBA6-6D87-C5B6-9F47-B9EFF3078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1086485"/>
            <a:ext cx="97536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21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22603CFC-DFC7-1504-6832-8B9F43B5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8100F675-28FF-8811-099C-06B7AE3D5B85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8F36B4B7-1B80-FA88-B2EB-3F1AED4244EF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81" name="Google Shape;81;p4">
            <a:extLst>
              <a:ext uri="{FF2B5EF4-FFF2-40B4-BE49-F238E27FC236}">
                <a16:creationId xmlns:a16="http://schemas.microsoft.com/office/drawing/2014/main" id="{AE33CB53-AA17-8B7C-7EF4-A6C4ABF8C20E}"/>
              </a:ext>
            </a:extLst>
          </p:cNvPr>
          <p:cNvSpPr txBox="1"/>
          <p:nvPr/>
        </p:nvSpPr>
        <p:spPr>
          <a:xfrm>
            <a:off x="1158241" y="1489800"/>
            <a:ext cx="9601200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easy-to-use healthcare platform for all users.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trust with explainable AI results.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early detection of critical diseases.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medical expenses and unnecessary tests.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overall healthcare accessibility and efficiency.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843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37451D6E-89FC-3906-7952-E3BD7F7A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FAA0DED0-7A10-6868-8C2C-E3AFB9B05D9D}"/>
              </a:ext>
            </a:extLst>
          </p:cNvPr>
          <p:cNvSpPr txBox="1"/>
          <p:nvPr/>
        </p:nvSpPr>
        <p:spPr>
          <a:xfrm>
            <a:off x="2943275" y="412982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A1BFFCBD-57C3-C66D-B4FF-C05AE918024F}"/>
              </a:ext>
            </a:extLst>
          </p:cNvPr>
          <p:cNvSpPr txBox="1"/>
          <p:nvPr/>
        </p:nvSpPr>
        <p:spPr>
          <a:xfrm>
            <a:off x="4142155" y="197659"/>
            <a:ext cx="324416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D20DCC-2958-08CC-0F39-32579DCB24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8" r="6402"/>
          <a:stretch>
            <a:fillRect/>
          </a:stretch>
        </p:blipFill>
        <p:spPr>
          <a:xfrm>
            <a:off x="878840" y="1158239"/>
            <a:ext cx="10434320" cy="5429799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499846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87F67C28-682F-8D6D-847F-7C68E6FF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1E294060-DC88-3E08-CB20-06F527839032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E994A1D3-8920-2906-30E8-1B69D3EEE85D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684EC-1184-30A8-4457-17F07819C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99" r="10310"/>
          <a:stretch>
            <a:fillRect/>
          </a:stretch>
        </p:blipFill>
        <p:spPr>
          <a:xfrm>
            <a:off x="955040" y="1001098"/>
            <a:ext cx="10251440" cy="568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237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E043B149-14BE-35A6-13AF-E75668AD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FE136976-206C-87A4-1BFB-42A43F484411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80CE78AA-65E1-81E8-74E7-38533147DE30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3D6479-B824-3043-03D9-DB56B2EC9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1001098"/>
            <a:ext cx="10210800" cy="550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54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A6327104-C7A7-7C45-7054-E2E6ECB9C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DB6317E5-30F1-E3F6-85F8-E1F26B4F338D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91EB915E-CBD8-00F8-4B7D-82AB8F7DE447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EFA21-E536-F6CA-7AD3-758DA12B4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40" y="1054700"/>
            <a:ext cx="10078720" cy="547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71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EC995003-3CB0-0F2A-2BDD-3E63775B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894CC6CF-7672-07E5-6736-93822430906B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8059AC2E-BCE4-2CBA-8040-6DE93867BE2A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D57F6C-060F-C134-F4BD-745640369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001098"/>
            <a:ext cx="10058400" cy="565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92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DB68FE85-1A27-E843-A3EE-9FCE0759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F7AD4FD-94C8-D685-E378-9783A17118EA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48E8011E-0363-A157-CC2C-148F907AEF5B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</p:spTree>
    <p:extLst>
      <p:ext uri="{BB962C8B-B14F-4D97-AF65-F5344CB8AC3E}">
        <p14:creationId xmlns:p14="http://schemas.microsoft.com/office/powerpoint/2010/main" val="929813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A873F5F9-0098-CCC0-8C52-99E074A2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69197B77-4E63-C94E-C66E-768BEC587FD0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E91590EF-890B-729A-850A-FE22AA8E6CCE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20ED4-8CD1-79AF-A3CB-AD5F4BD07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001098"/>
            <a:ext cx="10058400" cy="565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13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67967D9B-373A-0029-B6F4-7D7C2B07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0248E146-D5D0-89A7-7903-8988BBBE1744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BA599211-54BA-3924-3B1B-2F4F68F0367F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B0D2E4-D8B8-AE5A-4D96-B643015AB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001098"/>
            <a:ext cx="10058400" cy="565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41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DB43C07C-3138-680E-ECA5-7534ACDA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7C4D4EC3-ED97-43A0-9315-B83D8A863558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13E50D5F-600E-76E7-20CF-32C79EC7259E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71E4E-22D4-67D0-509C-F60629802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001098"/>
            <a:ext cx="10058400" cy="565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0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65240622-D29A-2C11-C00A-A1A4EF66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1E840C84-17D9-FDB3-FDB7-61955F3772DC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7B9F5770-D411-C36B-7DCB-A2E2E978DC03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50A826-1D78-81AA-0622-C26D02CEA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001098"/>
            <a:ext cx="10058400" cy="565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466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AF14AF1E-5D31-AC06-D9CD-0BD8EBD0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27F8658A-67D8-E6F2-CEB8-F642C02D3E5B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5129613B-339A-A148-A233-1E28833658A8}"/>
              </a:ext>
            </a:extLst>
          </p:cNvPr>
          <p:cNvSpPr txBox="1"/>
          <p:nvPr/>
        </p:nvSpPr>
        <p:spPr>
          <a:xfrm>
            <a:off x="2994075" y="116650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1BC253-0C88-2F3F-A149-6B99A57CF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" y="1001098"/>
            <a:ext cx="10058400" cy="565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297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8913B648-F9EB-F3C6-1335-933491F09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C5D7A7AA-E769-916A-9E77-5451D3DC3B9E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DC9F2C30-B783-EEF5-6EE9-D2C299B17C78}"/>
              </a:ext>
            </a:extLst>
          </p:cNvPr>
          <p:cNvSpPr txBox="1"/>
          <p:nvPr/>
        </p:nvSpPr>
        <p:spPr>
          <a:xfrm>
            <a:off x="3817035" y="170252"/>
            <a:ext cx="6611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E14686-CC53-0939-92D5-DCEF9453A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20" y="1087120"/>
            <a:ext cx="9499600" cy="563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640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D1084A0E-F59F-C9D6-06A3-28385AF9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26B2B51B-F963-4AA4-49ED-6E8BFE9BB5E8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1DDC722E-3498-A180-20BA-D6B44C1B7BB7}"/>
              </a:ext>
            </a:extLst>
          </p:cNvPr>
          <p:cNvSpPr txBox="1"/>
          <p:nvPr/>
        </p:nvSpPr>
        <p:spPr>
          <a:xfrm>
            <a:off x="4680635" y="214503"/>
            <a:ext cx="272600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1" name="Google Shape;81;p4">
            <a:extLst>
              <a:ext uri="{FF2B5EF4-FFF2-40B4-BE49-F238E27FC236}">
                <a16:creationId xmlns:a16="http://schemas.microsoft.com/office/drawing/2014/main" id="{6F3FAD74-2F21-212B-D300-7AFD55E7F386}"/>
              </a:ext>
            </a:extLst>
          </p:cNvPr>
          <p:cNvSpPr txBox="1"/>
          <p:nvPr/>
        </p:nvSpPr>
        <p:spPr>
          <a:xfrm>
            <a:off x="1158241" y="1489800"/>
            <a:ext cx="9601200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platform transforms the digital healthcare experience by enabling voice-based symptom input combined with Explainable AI for accurate and user-friendly diagnosis. It enhances trust, safety, and accessibility by providing transparent results and real-time emergency alerts. The system is fully developed, tested, and designed for scalability, with future potential for nationwide deployment, including live doctor consultations and lab integration.</a:t>
            </a:r>
          </a:p>
        </p:txBody>
      </p:sp>
    </p:spTree>
    <p:extLst>
      <p:ext uri="{BB962C8B-B14F-4D97-AF65-F5344CB8AC3E}">
        <p14:creationId xmlns:p14="http://schemas.microsoft.com/office/powerpoint/2010/main" val="1730530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8621D0C8-A6DB-A1C0-B6C3-96581C01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16D32D3E-8014-9A40-29DC-8B9E4486112F}"/>
              </a:ext>
            </a:extLst>
          </p:cNvPr>
          <p:cNvSpPr txBox="1"/>
          <p:nvPr/>
        </p:nvSpPr>
        <p:spPr>
          <a:xfrm>
            <a:off x="2994075" y="385575"/>
            <a:ext cx="606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45F50E50-D1DA-55C2-75BC-FFB5B33EA001}"/>
              </a:ext>
            </a:extLst>
          </p:cNvPr>
          <p:cNvSpPr txBox="1"/>
          <p:nvPr/>
        </p:nvSpPr>
        <p:spPr>
          <a:xfrm>
            <a:off x="2922955" y="277913"/>
            <a:ext cx="792792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2800" u="sng" dirty="0">
                <a:solidFill>
                  <a:schemeClr val="bg1"/>
                </a:solidFill>
              </a:rPr>
              <a:t>SUSTAINABLE DEVELOPMENT GOALS</a:t>
            </a:r>
            <a:endParaRPr lang="en-US" sz="28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4" descr="Generated image: Smart healthcare contributions to SDGs">
            <a:extLst>
              <a:ext uri="{FF2B5EF4-FFF2-40B4-BE49-F238E27FC236}">
                <a16:creationId xmlns:a16="http://schemas.microsoft.com/office/drawing/2014/main" id="{C00A56F3-6260-F550-9E9E-B8DD4B0152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776FD-9A1A-B7F8-3F60-5870854FDC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47"/>
          <a:stretch>
            <a:fillRect/>
          </a:stretch>
        </p:blipFill>
        <p:spPr>
          <a:xfrm>
            <a:off x="1349135" y="965538"/>
            <a:ext cx="9352280" cy="584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90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66360D9-59AD-9BAF-B1D3-F368D82A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>
            <a:extLst>
              <a:ext uri="{FF2B5EF4-FFF2-40B4-BE49-F238E27FC236}">
                <a16:creationId xmlns:a16="http://schemas.microsoft.com/office/drawing/2014/main" id="{EF1D9F4F-83C7-03B6-F757-02C0F36EC679}"/>
              </a:ext>
            </a:extLst>
          </p:cNvPr>
          <p:cNvSpPr txBox="1"/>
          <p:nvPr/>
        </p:nvSpPr>
        <p:spPr>
          <a:xfrm>
            <a:off x="3820050" y="270993"/>
            <a:ext cx="45519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REFERENCES</a:t>
            </a:r>
          </a:p>
        </p:txBody>
      </p:sp>
      <p:sp>
        <p:nvSpPr>
          <p:cNvPr id="68" name="Google Shape;68;p2">
            <a:extLst>
              <a:ext uri="{FF2B5EF4-FFF2-40B4-BE49-F238E27FC236}">
                <a16:creationId xmlns:a16="http://schemas.microsoft.com/office/drawing/2014/main" id="{F5C6E63E-B09F-558F-98D7-C477AC4DA253}"/>
              </a:ext>
            </a:extLst>
          </p:cNvPr>
          <p:cNvSpPr txBox="1"/>
          <p:nvPr/>
        </p:nvSpPr>
        <p:spPr>
          <a:xfrm>
            <a:off x="733673" y="946251"/>
            <a:ext cx="10409273" cy="5829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[1] </a:t>
            </a:r>
            <a:r>
              <a:rPr lang="en-IN" dirty="0"/>
              <a:t>Andre Esteva, B. </a:t>
            </a:r>
            <a:r>
              <a:rPr lang="en-IN" dirty="0" err="1"/>
              <a:t>Kuprel</a:t>
            </a:r>
            <a:r>
              <a:rPr lang="en-IN" dirty="0"/>
              <a:t>, R. A. Novoa, et al., “Dermatologist-level classification of skin cancer with deep neural networks,” Nature, vol. 542, no. 7639, pp. 115–118, 2017.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[2] </a:t>
            </a:r>
            <a:r>
              <a:rPr lang="en-IN" dirty="0"/>
              <a:t>Olaf </a:t>
            </a:r>
            <a:r>
              <a:rPr lang="en-IN" dirty="0" err="1"/>
              <a:t>Ronneberger</a:t>
            </a:r>
            <a:r>
              <a:rPr lang="en-IN" dirty="0"/>
              <a:t>, P. Fischer, and T. Brox, “U-Net: Convolutional Networks for Biomedical Image Segmentation,” in Proc. MICCAI, 2015, pp. 234–241. 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[3] </a:t>
            </a:r>
            <a:r>
              <a:rPr lang="en-IN" dirty="0"/>
              <a:t>Karen Simonyan and Andrew Zisserman, “Very Deep Convolutional Networks for Large-Scale Image Recognition,” in Proc. ICLR, 2015.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[4] </a:t>
            </a:r>
            <a:r>
              <a:rPr lang="en-IN" dirty="0"/>
              <a:t>Diederik P. Kingma and Jimmy Ba, “Adam: A Method for Stochastic Optimization,” in Proc. ICLR, 2015. 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[5] </a:t>
            </a:r>
            <a:r>
              <a:rPr lang="en-IN" dirty="0" err="1"/>
              <a:t>Ramprasaath</a:t>
            </a:r>
            <a:r>
              <a:rPr lang="en-IN" dirty="0"/>
              <a:t> R. Selvaraju, M. Cogswell, A. Das, et al., “Grad-CAM: Visual Explanations from Deep Networks via Gradient-Based Localization,” in Proc. ICCV, 2017, pp. 618–626. 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[6] </a:t>
            </a:r>
            <a:r>
              <a:rPr lang="en-IN" dirty="0"/>
              <a:t>World Health Organization, “Telemedicine: Opportunities and Developments in Member States,” WHO Press, Geneva, Switzerland, 2010. 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[7] </a:t>
            </a:r>
            <a:r>
              <a:rPr lang="en-IN" dirty="0"/>
              <a:t>Geoffrey Hinton, L. Deng, D. Yu, et al., “Deep Neural Networks for Acoustic </a:t>
            </a:r>
            <a:r>
              <a:rPr lang="en-IN" dirty="0" err="1"/>
              <a:t>Modeling</a:t>
            </a:r>
            <a:r>
              <a:rPr lang="en-IN" dirty="0"/>
              <a:t> in Speech Recognition,” IEEE Signal Processing Magazine, vol. 29, no. 6, pp. 82–97, 2012. 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[8] </a:t>
            </a:r>
            <a:r>
              <a:rPr lang="en-IN" dirty="0"/>
              <a:t>Ashish Vaswani, N. </a:t>
            </a:r>
            <a:r>
              <a:rPr lang="en-IN" dirty="0" err="1"/>
              <a:t>Shazeer</a:t>
            </a:r>
            <a:r>
              <a:rPr lang="en-IN" dirty="0"/>
              <a:t>, N. Parmar, et al., “Attention Is All You Need,” in Proc. </a:t>
            </a:r>
            <a:r>
              <a:rPr lang="en-IN" dirty="0" err="1"/>
              <a:t>NeurIPS</a:t>
            </a:r>
            <a:r>
              <a:rPr lang="en-IN" dirty="0"/>
              <a:t>, 2017, pp. 5998–6008.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[9] </a:t>
            </a:r>
            <a:r>
              <a:rPr lang="en-IN" dirty="0"/>
              <a:t>Rich Caruana, Y. Lou, J. Gehrke, and G. Koch, “Intelligible Models for Healthcare: Predicting Pneumonia Risk and Hospital 30- Day Readmission,” in Proc. KDD, 2015, pp. 1721–1730. 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[10] </a:t>
            </a:r>
            <a:r>
              <a:rPr lang="en-IN" dirty="0"/>
              <a:t>Eric Topol, “High-performance medicine: the convergence of human and artificial intelligence,” Nature Medicine, vol. 25, pp. 44–56, 2019.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0288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23"/>
          <p:cNvGrpSpPr/>
          <p:nvPr/>
        </p:nvGrpSpPr>
        <p:grpSpPr>
          <a:xfrm>
            <a:off x="0" y="204630"/>
            <a:ext cx="12191999" cy="6659718"/>
            <a:chOff x="0" y="204630"/>
            <a:chExt cx="12191999" cy="6659718"/>
          </a:xfrm>
        </p:grpSpPr>
        <p:pic>
          <p:nvPicPr>
            <p:cNvPr id="206" name="Google Shape;206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223932"/>
              <a:ext cx="12191999" cy="6634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3"/>
            <p:cNvSpPr/>
            <p:nvPr/>
          </p:nvSpPr>
          <p:spPr>
            <a:xfrm>
              <a:off x="1684567" y="3756937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5" h="370204" extrusionOk="0">
                  <a:moveTo>
                    <a:pt x="185055" y="370111"/>
                  </a:moveTo>
                  <a:lnTo>
                    <a:pt x="135860" y="363501"/>
                  </a:lnTo>
                  <a:lnTo>
                    <a:pt x="91654" y="344846"/>
                  </a:lnTo>
                  <a:lnTo>
                    <a:pt x="54201" y="315910"/>
                  </a:lnTo>
                  <a:lnTo>
                    <a:pt x="25265" y="278457"/>
                  </a:lnTo>
                  <a:lnTo>
                    <a:pt x="6610" y="234251"/>
                  </a:lnTo>
                  <a:lnTo>
                    <a:pt x="0" y="185055"/>
                  </a:lnTo>
                  <a:lnTo>
                    <a:pt x="6610" y="135860"/>
                  </a:lnTo>
                  <a:lnTo>
                    <a:pt x="25265" y="91654"/>
                  </a:lnTo>
                  <a:lnTo>
                    <a:pt x="54201" y="54201"/>
                  </a:lnTo>
                  <a:lnTo>
                    <a:pt x="91654" y="25265"/>
                  </a:lnTo>
                  <a:lnTo>
                    <a:pt x="135860" y="6610"/>
                  </a:lnTo>
                  <a:lnTo>
                    <a:pt x="185055" y="0"/>
                  </a:lnTo>
                  <a:lnTo>
                    <a:pt x="221327" y="3588"/>
                  </a:lnTo>
                  <a:lnTo>
                    <a:pt x="287725" y="31091"/>
                  </a:lnTo>
                  <a:lnTo>
                    <a:pt x="339020" y="82386"/>
                  </a:lnTo>
                  <a:lnTo>
                    <a:pt x="366523" y="148784"/>
                  </a:lnTo>
                  <a:lnTo>
                    <a:pt x="370111" y="185055"/>
                  </a:lnTo>
                  <a:lnTo>
                    <a:pt x="363501" y="234251"/>
                  </a:lnTo>
                  <a:lnTo>
                    <a:pt x="344846" y="278457"/>
                  </a:lnTo>
                  <a:lnTo>
                    <a:pt x="315910" y="315910"/>
                  </a:lnTo>
                  <a:lnTo>
                    <a:pt x="278457" y="344846"/>
                  </a:lnTo>
                  <a:lnTo>
                    <a:pt x="234251" y="363501"/>
                  </a:lnTo>
                  <a:lnTo>
                    <a:pt x="185055" y="3701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1684567" y="3756937"/>
              <a:ext cx="370205" cy="370205"/>
            </a:xfrm>
            <a:custGeom>
              <a:avLst/>
              <a:gdLst/>
              <a:ahLst/>
              <a:cxnLst/>
              <a:rect l="l" t="t" r="r" b="b"/>
              <a:pathLst>
                <a:path w="370205" h="370204" extrusionOk="0">
                  <a:moveTo>
                    <a:pt x="0" y="185055"/>
                  </a:moveTo>
                  <a:lnTo>
                    <a:pt x="6610" y="135860"/>
                  </a:lnTo>
                  <a:lnTo>
                    <a:pt x="25265" y="91654"/>
                  </a:lnTo>
                  <a:lnTo>
                    <a:pt x="54201" y="54201"/>
                  </a:lnTo>
                  <a:lnTo>
                    <a:pt x="91654" y="25265"/>
                  </a:lnTo>
                  <a:lnTo>
                    <a:pt x="135860" y="6610"/>
                  </a:lnTo>
                  <a:lnTo>
                    <a:pt x="185055" y="0"/>
                  </a:lnTo>
                  <a:lnTo>
                    <a:pt x="255873" y="14086"/>
                  </a:lnTo>
                  <a:lnTo>
                    <a:pt x="315910" y="54201"/>
                  </a:lnTo>
                  <a:lnTo>
                    <a:pt x="356025" y="114238"/>
                  </a:lnTo>
                  <a:lnTo>
                    <a:pt x="370111" y="185055"/>
                  </a:lnTo>
                  <a:lnTo>
                    <a:pt x="363501" y="234251"/>
                  </a:lnTo>
                  <a:lnTo>
                    <a:pt x="344846" y="278457"/>
                  </a:lnTo>
                  <a:lnTo>
                    <a:pt x="315910" y="315910"/>
                  </a:lnTo>
                  <a:lnTo>
                    <a:pt x="278457" y="344846"/>
                  </a:lnTo>
                  <a:lnTo>
                    <a:pt x="234251" y="363501"/>
                  </a:lnTo>
                  <a:lnTo>
                    <a:pt x="185055" y="370111"/>
                  </a:lnTo>
                  <a:lnTo>
                    <a:pt x="135860" y="363501"/>
                  </a:lnTo>
                  <a:lnTo>
                    <a:pt x="91654" y="344846"/>
                  </a:lnTo>
                  <a:lnTo>
                    <a:pt x="54201" y="315910"/>
                  </a:lnTo>
                  <a:lnTo>
                    <a:pt x="25265" y="278457"/>
                  </a:lnTo>
                  <a:lnTo>
                    <a:pt x="6610" y="234251"/>
                  </a:lnTo>
                  <a:lnTo>
                    <a:pt x="0" y="185055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1999440" y="3530526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20" extrusionOk="0">
                  <a:moveTo>
                    <a:pt x="143280" y="286560"/>
                  </a:moveTo>
                  <a:lnTo>
                    <a:pt x="97992" y="279256"/>
                  </a:lnTo>
                  <a:lnTo>
                    <a:pt x="58660" y="258916"/>
                  </a:lnTo>
                  <a:lnTo>
                    <a:pt x="27644" y="227900"/>
                  </a:lnTo>
                  <a:lnTo>
                    <a:pt x="7304" y="188568"/>
                  </a:lnTo>
                  <a:lnTo>
                    <a:pt x="0" y="143280"/>
                  </a:lnTo>
                  <a:lnTo>
                    <a:pt x="7304" y="97992"/>
                  </a:lnTo>
                  <a:lnTo>
                    <a:pt x="27644" y="58660"/>
                  </a:lnTo>
                  <a:lnTo>
                    <a:pt x="58660" y="27644"/>
                  </a:lnTo>
                  <a:lnTo>
                    <a:pt x="97992" y="7304"/>
                  </a:lnTo>
                  <a:lnTo>
                    <a:pt x="143280" y="0"/>
                  </a:lnTo>
                  <a:lnTo>
                    <a:pt x="171363" y="2778"/>
                  </a:lnTo>
                  <a:lnTo>
                    <a:pt x="222772" y="24072"/>
                  </a:lnTo>
                  <a:lnTo>
                    <a:pt x="262488" y="63788"/>
                  </a:lnTo>
                  <a:lnTo>
                    <a:pt x="283782" y="115197"/>
                  </a:lnTo>
                  <a:lnTo>
                    <a:pt x="286560" y="143280"/>
                  </a:lnTo>
                  <a:lnTo>
                    <a:pt x="279256" y="188568"/>
                  </a:lnTo>
                  <a:lnTo>
                    <a:pt x="258916" y="227900"/>
                  </a:lnTo>
                  <a:lnTo>
                    <a:pt x="227900" y="258916"/>
                  </a:lnTo>
                  <a:lnTo>
                    <a:pt x="188568" y="279256"/>
                  </a:lnTo>
                  <a:lnTo>
                    <a:pt x="143280" y="2865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1999440" y="3530526"/>
              <a:ext cx="287020" cy="287020"/>
            </a:xfrm>
            <a:custGeom>
              <a:avLst/>
              <a:gdLst/>
              <a:ahLst/>
              <a:cxnLst/>
              <a:rect l="l" t="t" r="r" b="b"/>
              <a:pathLst>
                <a:path w="287019" h="287020" extrusionOk="0">
                  <a:moveTo>
                    <a:pt x="0" y="143280"/>
                  </a:moveTo>
                  <a:lnTo>
                    <a:pt x="7304" y="97992"/>
                  </a:lnTo>
                  <a:lnTo>
                    <a:pt x="27644" y="58660"/>
                  </a:lnTo>
                  <a:lnTo>
                    <a:pt x="58660" y="27644"/>
                  </a:lnTo>
                  <a:lnTo>
                    <a:pt x="97992" y="7304"/>
                  </a:lnTo>
                  <a:lnTo>
                    <a:pt x="143280" y="0"/>
                  </a:lnTo>
                  <a:lnTo>
                    <a:pt x="198111" y="10906"/>
                  </a:lnTo>
                  <a:lnTo>
                    <a:pt x="244595" y="41965"/>
                  </a:lnTo>
                  <a:lnTo>
                    <a:pt x="275654" y="88449"/>
                  </a:lnTo>
                  <a:lnTo>
                    <a:pt x="286560" y="143280"/>
                  </a:lnTo>
                  <a:lnTo>
                    <a:pt x="279256" y="188568"/>
                  </a:lnTo>
                  <a:lnTo>
                    <a:pt x="258916" y="227900"/>
                  </a:lnTo>
                  <a:lnTo>
                    <a:pt x="227900" y="258916"/>
                  </a:lnTo>
                  <a:lnTo>
                    <a:pt x="188568" y="279256"/>
                  </a:lnTo>
                  <a:lnTo>
                    <a:pt x="143280" y="286560"/>
                  </a:lnTo>
                  <a:lnTo>
                    <a:pt x="97992" y="279256"/>
                  </a:lnTo>
                  <a:lnTo>
                    <a:pt x="58660" y="258916"/>
                  </a:lnTo>
                  <a:lnTo>
                    <a:pt x="27644" y="227900"/>
                  </a:lnTo>
                  <a:lnTo>
                    <a:pt x="7304" y="188568"/>
                  </a:lnTo>
                  <a:lnTo>
                    <a:pt x="0" y="143280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11" name="Google Shape;211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02891" y="3877685"/>
              <a:ext cx="158574" cy="1585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2" name="Google Shape;212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640852" y="204630"/>
              <a:ext cx="7992675" cy="66597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395327" y="1543507"/>
              <a:ext cx="1674497" cy="5091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2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780506" y="624526"/>
              <a:ext cx="904137" cy="85270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3"/>
            <p:cNvSpPr/>
            <p:nvPr/>
          </p:nvSpPr>
          <p:spPr>
            <a:xfrm>
              <a:off x="1682930" y="4217124"/>
              <a:ext cx="2085975" cy="2085975"/>
            </a:xfrm>
            <a:custGeom>
              <a:avLst/>
              <a:gdLst/>
              <a:ahLst/>
              <a:cxnLst/>
              <a:rect l="l" t="t" r="r" b="b"/>
              <a:pathLst>
                <a:path w="2085975" h="2085975" extrusionOk="0">
                  <a:moveTo>
                    <a:pt x="1042851" y="2085702"/>
                  </a:moveTo>
                  <a:lnTo>
                    <a:pt x="995115" y="2084629"/>
                  </a:lnTo>
                  <a:lnTo>
                    <a:pt x="947930" y="2081441"/>
                  </a:lnTo>
                  <a:lnTo>
                    <a:pt x="901342" y="2076182"/>
                  </a:lnTo>
                  <a:lnTo>
                    <a:pt x="855397" y="2068901"/>
                  </a:lnTo>
                  <a:lnTo>
                    <a:pt x="810141" y="2059642"/>
                  </a:lnTo>
                  <a:lnTo>
                    <a:pt x="765620" y="2048451"/>
                  </a:lnTo>
                  <a:lnTo>
                    <a:pt x="721880" y="2035375"/>
                  </a:lnTo>
                  <a:lnTo>
                    <a:pt x="678966" y="2020459"/>
                  </a:lnTo>
                  <a:lnTo>
                    <a:pt x="636926" y="2003750"/>
                  </a:lnTo>
                  <a:lnTo>
                    <a:pt x="595805" y="1985294"/>
                  </a:lnTo>
                  <a:lnTo>
                    <a:pt x="555649" y="1965136"/>
                  </a:lnTo>
                  <a:lnTo>
                    <a:pt x="516504" y="1943323"/>
                  </a:lnTo>
                  <a:lnTo>
                    <a:pt x="478416" y="1919900"/>
                  </a:lnTo>
                  <a:lnTo>
                    <a:pt x="441431" y="1894914"/>
                  </a:lnTo>
                  <a:lnTo>
                    <a:pt x="405596" y="1868411"/>
                  </a:lnTo>
                  <a:lnTo>
                    <a:pt x="370955" y="1840437"/>
                  </a:lnTo>
                  <a:lnTo>
                    <a:pt x="337556" y="1811037"/>
                  </a:lnTo>
                  <a:lnTo>
                    <a:pt x="305444" y="1780258"/>
                  </a:lnTo>
                  <a:lnTo>
                    <a:pt x="274665" y="1748146"/>
                  </a:lnTo>
                  <a:lnTo>
                    <a:pt x="245265" y="1714747"/>
                  </a:lnTo>
                  <a:lnTo>
                    <a:pt x="217291" y="1680106"/>
                  </a:lnTo>
                  <a:lnTo>
                    <a:pt x="190788" y="1644271"/>
                  </a:lnTo>
                  <a:lnTo>
                    <a:pt x="165802" y="1607286"/>
                  </a:lnTo>
                  <a:lnTo>
                    <a:pt x="142379" y="1569198"/>
                  </a:lnTo>
                  <a:lnTo>
                    <a:pt x="120566" y="1530053"/>
                  </a:lnTo>
                  <a:lnTo>
                    <a:pt x="100408" y="1489897"/>
                  </a:lnTo>
                  <a:lnTo>
                    <a:pt x="81952" y="1448776"/>
                  </a:lnTo>
                  <a:lnTo>
                    <a:pt x="65243" y="1406736"/>
                  </a:lnTo>
                  <a:lnTo>
                    <a:pt x="50327" y="1363822"/>
                  </a:lnTo>
                  <a:lnTo>
                    <a:pt x="37251" y="1320082"/>
                  </a:lnTo>
                  <a:lnTo>
                    <a:pt x="26060" y="1275561"/>
                  </a:lnTo>
                  <a:lnTo>
                    <a:pt x="16801" y="1230305"/>
                  </a:lnTo>
                  <a:lnTo>
                    <a:pt x="9520" y="1184360"/>
                  </a:lnTo>
                  <a:lnTo>
                    <a:pt x="4261" y="1137772"/>
                  </a:lnTo>
                  <a:lnTo>
                    <a:pt x="1073" y="1090587"/>
                  </a:lnTo>
                  <a:lnTo>
                    <a:pt x="0" y="1042851"/>
                  </a:lnTo>
                  <a:lnTo>
                    <a:pt x="1073" y="995115"/>
                  </a:lnTo>
                  <a:lnTo>
                    <a:pt x="4261" y="947930"/>
                  </a:lnTo>
                  <a:lnTo>
                    <a:pt x="9520" y="901342"/>
                  </a:lnTo>
                  <a:lnTo>
                    <a:pt x="16801" y="855397"/>
                  </a:lnTo>
                  <a:lnTo>
                    <a:pt x="26060" y="810141"/>
                  </a:lnTo>
                  <a:lnTo>
                    <a:pt x="37251" y="765620"/>
                  </a:lnTo>
                  <a:lnTo>
                    <a:pt x="50327" y="721880"/>
                  </a:lnTo>
                  <a:lnTo>
                    <a:pt x="65243" y="678966"/>
                  </a:lnTo>
                  <a:lnTo>
                    <a:pt x="81952" y="636926"/>
                  </a:lnTo>
                  <a:lnTo>
                    <a:pt x="100408" y="595805"/>
                  </a:lnTo>
                  <a:lnTo>
                    <a:pt x="120566" y="555649"/>
                  </a:lnTo>
                  <a:lnTo>
                    <a:pt x="142379" y="516504"/>
                  </a:lnTo>
                  <a:lnTo>
                    <a:pt x="165802" y="478416"/>
                  </a:lnTo>
                  <a:lnTo>
                    <a:pt x="190788" y="441431"/>
                  </a:lnTo>
                  <a:lnTo>
                    <a:pt x="217291" y="405596"/>
                  </a:lnTo>
                  <a:lnTo>
                    <a:pt x="245265" y="370955"/>
                  </a:lnTo>
                  <a:lnTo>
                    <a:pt x="274665" y="337556"/>
                  </a:lnTo>
                  <a:lnTo>
                    <a:pt x="305444" y="305444"/>
                  </a:lnTo>
                  <a:lnTo>
                    <a:pt x="337556" y="274665"/>
                  </a:lnTo>
                  <a:lnTo>
                    <a:pt x="370955" y="245265"/>
                  </a:lnTo>
                  <a:lnTo>
                    <a:pt x="405596" y="217291"/>
                  </a:lnTo>
                  <a:lnTo>
                    <a:pt x="441431" y="190788"/>
                  </a:lnTo>
                  <a:lnTo>
                    <a:pt x="478416" y="165802"/>
                  </a:lnTo>
                  <a:lnTo>
                    <a:pt x="516504" y="142379"/>
                  </a:lnTo>
                  <a:lnTo>
                    <a:pt x="555649" y="120566"/>
                  </a:lnTo>
                  <a:lnTo>
                    <a:pt x="595805" y="100408"/>
                  </a:lnTo>
                  <a:lnTo>
                    <a:pt x="636926" y="81952"/>
                  </a:lnTo>
                  <a:lnTo>
                    <a:pt x="678966" y="65243"/>
                  </a:lnTo>
                  <a:lnTo>
                    <a:pt x="721880" y="50327"/>
                  </a:lnTo>
                  <a:lnTo>
                    <a:pt x="765620" y="37251"/>
                  </a:lnTo>
                  <a:lnTo>
                    <a:pt x="810141" y="26060"/>
                  </a:lnTo>
                  <a:lnTo>
                    <a:pt x="855397" y="16801"/>
                  </a:lnTo>
                  <a:lnTo>
                    <a:pt x="901342" y="9520"/>
                  </a:lnTo>
                  <a:lnTo>
                    <a:pt x="947930" y="4261"/>
                  </a:lnTo>
                  <a:lnTo>
                    <a:pt x="995115" y="1073"/>
                  </a:lnTo>
                  <a:lnTo>
                    <a:pt x="1042851" y="0"/>
                  </a:lnTo>
                  <a:lnTo>
                    <a:pt x="1091530" y="1135"/>
                  </a:lnTo>
                  <a:lnTo>
                    <a:pt x="1139903" y="4522"/>
                  </a:lnTo>
                  <a:lnTo>
                    <a:pt x="1187897" y="10131"/>
                  </a:lnTo>
                  <a:lnTo>
                    <a:pt x="1235443" y="17933"/>
                  </a:lnTo>
                  <a:lnTo>
                    <a:pt x="1282469" y="27898"/>
                  </a:lnTo>
                  <a:lnTo>
                    <a:pt x="1328903" y="39996"/>
                  </a:lnTo>
                  <a:lnTo>
                    <a:pt x="1374674" y="54198"/>
                  </a:lnTo>
                  <a:lnTo>
                    <a:pt x="1419712" y="70475"/>
                  </a:lnTo>
                  <a:lnTo>
                    <a:pt x="1463944" y="88796"/>
                  </a:lnTo>
                  <a:lnTo>
                    <a:pt x="1507299" y="109133"/>
                  </a:lnTo>
                  <a:lnTo>
                    <a:pt x="1549707" y="131456"/>
                  </a:lnTo>
                  <a:lnTo>
                    <a:pt x="1591096" y="155735"/>
                  </a:lnTo>
                  <a:lnTo>
                    <a:pt x="1631394" y="181941"/>
                  </a:lnTo>
                  <a:lnTo>
                    <a:pt x="1670531" y="210045"/>
                  </a:lnTo>
                  <a:lnTo>
                    <a:pt x="1708435" y="240016"/>
                  </a:lnTo>
                  <a:lnTo>
                    <a:pt x="1745034" y="271825"/>
                  </a:lnTo>
                  <a:lnTo>
                    <a:pt x="1780258" y="305444"/>
                  </a:lnTo>
                  <a:lnTo>
                    <a:pt x="1813877" y="340668"/>
                  </a:lnTo>
                  <a:lnTo>
                    <a:pt x="1845686" y="377268"/>
                  </a:lnTo>
                  <a:lnTo>
                    <a:pt x="1875657" y="415171"/>
                  </a:lnTo>
                  <a:lnTo>
                    <a:pt x="1903761" y="454308"/>
                  </a:lnTo>
                  <a:lnTo>
                    <a:pt x="1929967" y="494606"/>
                  </a:lnTo>
                  <a:lnTo>
                    <a:pt x="1954246" y="535995"/>
                  </a:lnTo>
                  <a:lnTo>
                    <a:pt x="1976569" y="578403"/>
                  </a:lnTo>
                  <a:lnTo>
                    <a:pt x="1996905" y="621758"/>
                  </a:lnTo>
                  <a:lnTo>
                    <a:pt x="2015227" y="665990"/>
                  </a:lnTo>
                  <a:lnTo>
                    <a:pt x="2031504" y="711027"/>
                  </a:lnTo>
                  <a:lnTo>
                    <a:pt x="2045706" y="756799"/>
                  </a:lnTo>
                  <a:lnTo>
                    <a:pt x="2057804" y="803233"/>
                  </a:lnTo>
                  <a:lnTo>
                    <a:pt x="2067769" y="850259"/>
                  </a:lnTo>
                  <a:lnTo>
                    <a:pt x="2075570" y="897805"/>
                  </a:lnTo>
                  <a:lnTo>
                    <a:pt x="2081179" y="945799"/>
                  </a:lnTo>
                  <a:lnTo>
                    <a:pt x="2084567" y="994172"/>
                  </a:lnTo>
                  <a:lnTo>
                    <a:pt x="2085702" y="1042851"/>
                  </a:lnTo>
                  <a:lnTo>
                    <a:pt x="2084629" y="1090587"/>
                  </a:lnTo>
                  <a:lnTo>
                    <a:pt x="2081440" y="1137772"/>
                  </a:lnTo>
                  <a:lnTo>
                    <a:pt x="2076182" y="1184360"/>
                  </a:lnTo>
                  <a:lnTo>
                    <a:pt x="2068901" y="1230305"/>
                  </a:lnTo>
                  <a:lnTo>
                    <a:pt x="2059641" y="1275561"/>
                  </a:lnTo>
                  <a:lnTo>
                    <a:pt x="2048451" y="1320082"/>
                  </a:lnTo>
                  <a:lnTo>
                    <a:pt x="2035374" y="1363822"/>
                  </a:lnTo>
                  <a:lnTo>
                    <a:pt x="2020459" y="1406736"/>
                  </a:lnTo>
                  <a:lnTo>
                    <a:pt x="2003750" y="1448776"/>
                  </a:lnTo>
                  <a:lnTo>
                    <a:pt x="1985293" y="1489897"/>
                  </a:lnTo>
                  <a:lnTo>
                    <a:pt x="1965136" y="1530053"/>
                  </a:lnTo>
                  <a:lnTo>
                    <a:pt x="1943323" y="1569198"/>
                  </a:lnTo>
                  <a:lnTo>
                    <a:pt x="1919900" y="1607286"/>
                  </a:lnTo>
                  <a:lnTo>
                    <a:pt x="1894914" y="1644271"/>
                  </a:lnTo>
                  <a:lnTo>
                    <a:pt x="1868411" y="1680106"/>
                  </a:lnTo>
                  <a:lnTo>
                    <a:pt x="1840437" y="1714747"/>
                  </a:lnTo>
                  <a:lnTo>
                    <a:pt x="1811037" y="1748146"/>
                  </a:lnTo>
                  <a:lnTo>
                    <a:pt x="1780258" y="1780258"/>
                  </a:lnTo>
                  <a:lnTo>
                    <a:pt x="1748146" y="1811037"/>
                  </a:lnTo>
                  <a:lnTo>
                    <a:pt x="1714747" y="1840437"/>
                  </a:lnTo>
                  <a:lnTo>
                    <a:pt x="1680106" y="1868411"/>
                  </a:lnTo>
                  <a:lnTo>
                    <a:pt x="1644271" y="1894914"/>
                  </a:lnTo>
                  <a:lnTo>
                    <a:pt x="1607286" y="1919900"/>
                  </a:lnTo>
                  <a:lnTo>
                    <a:pt x="1569198" y="1943323"/>
                  </a:lnTo>
                  <a:lnTo>
                    <a:pt x="1530053" y="1965136"/>
                  </a:lnTo>
                  <a:lnTo>
                    <a:pt x="1489897" y="1985294"/>
                  </a:lnTo>
                  <a:lnTo>
                    <a:pt x="1448776" y="2003750"/>
                  </a:lnTo>
                  <a:lnTo>
                    <a:pt x="1406736" y="2020459"/>
                  </a:lnTo>
                  <a:lnTo>
                    <a:pt x="1363822" y="2035375"/>
                  </a:lnTo>
                  <a:lnTo>
                    <a:pt x="1320082" y="2048451"/>
                  </a:lnTo>
                  <a:lnTo>
                    <a:pt x="1275561" y="2059642"/>
                  </a:lnTo>
                  <a:lnTo>
                    <a:pt x="1230305" y="2068901"/>
                  </a:lnTo>
                  <a:lnTo>
                    <a:pt x="1184360" y="2076182"/>
                  </a:lnTo>
                  <a:lnTo>
                    <a:pt x="1137772" y="2081441"/>
                  </a:lnTo>
                  <a:lnTo>
                    <a:pt x="1090587" y="2084629"/>
                  </a:lnTo>
                  <a:lnTo>
                    <a:pt x="1042851" y="208570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1682930" y="4217124"/>
              <a:ext cx="2085975" cy="2085975"/>
            </a:xfrm>
            <a:custGeom>
              <a:avLst/>
              <a:gdLst/>
              <a:ahLst/>
              <a:cxnLst/>
              <a:rect l="l" t="t" r="r" b="b"/>
              <a:pathLst>
                <a:path w="2085975" h="2085975" extrusionOk="0">
                  <a:moveTo>
                    <a:pt x="0" y="1042851"/>
                  </a:moveTo>
                  <a:lnTo>
                    <a:pt x="1073" y="995115"/>
                  </a:lnTo>
                  <a:lnTo>
                    <a:pt x="4261" y="947930"/>
                  </a:lnTo>
                  <a:lnTo>
                    <a:pt x="9520" y="901342"/>
                  </a:lnTo>
                  <a:lnTo>
                    <a:pt x="16801" y="855397"/>
                  </a:lnTo>
                  <a:lnTo>
                    <a:pt x="26060" y="810141"/>
                  </a:lnTo>
                  <a:lnTo>
                    <a:pt x="37251" y="765620"/>
                  </a:lnTo>
                  <a:lnTo>
                    <a:pt x="50327" y="721880"/>
                  </a:lnTo>
                  <a:lnTo>
                    <a:pt x="65243" y="678966"/>
                  </a:lnTo>
                  <a:lnTo>
                    <a:pt x="81952" y="636926"/>
                  </a:lnTo>
                  <a:lnTo>
                    <a:pt x="100408" y="595805"/>
                  </a:lnTo>
                  <a:lnTo>
                    <a:pt x="120566" y="555649"/>
                  </a:lnTo>
                  <a:lnTo>
                    <a:pt x="142379" y="516504"/>
                  </a:lnTo>
                  <a:lnTo>
                    <a:pt x="165802" y="478416"/>
                  </a:lnTo>
                  <a:lnTo>
                    <a:pt x="190788" y="441431"/>
                  </a:lnTo>
                  <a:lnTo>
                    <a:pt x="217291" y="405596"/>
                  </a:lnTo>
                  <a:lnTo>
                    <a:pt x="245265" y="370955"/>
                  </a:lnTo>
                  <a:lnTo>
                    <a:pt x="274665" y="337556"/>
                  </a:lnTo>
                  <a:lnTo>
                    <a:pt x="305444" y="305444"/>
                  </a:lnTo>
                  <a:lnTo>
                    <a:pt x="337556" y="274665"/>
                  </a:lnTo>
                  <a:lnTo>
                    <a:pt x="370955" y="245265"/>
                  </a:lnTo>
                  <a:lnTo>
                    <a:pt x="405596" y="217291"/>
                  </a:lnTo>
                  <a:lnTo>
                    <a:pt x="441431" y="190788"/>
                  </a:lnTo>
                  <a:lnTo>
                    <a:pt x="478416" y="165802"/>
                  </a:lnTo>
                  <a:lnTo>
                    <a:pt x="516504" y="142379"/>
                  </a:lnTo>
                  <a:lnTo>
                    <a:pt x="555649" y="120566"/>
                  </a:lnTo>
                  <a:lnTo>
                    <a:pt x="595805" y="100408"/>
                  </a:lnTo>
                  <a:lnTo>
                    <a:pt x="636926" y="81952"/>
                  </a:lnTo>
                  <a:lnTo>
                    <a:pt x="678966" y="65243"/>
                  </a:lnTo>
                  <a:lnTo>
                    <a:pt x="721880" y="50327"/>
                  </a:lnTo>
                  <a:lnTo>
                    <a:pt x="765620" y="37251"/>
                  </a:lnTo>
                  <a:lnTo>
                    <a:pt x="810141" y="26060"/>
                  </a:lnTo>
                  <a:lnTo>
                    <a:pt x="855397" y="16801"/>
                  </a:lnTo>
                  <a:lnTo>
                    <a:pt x="901342" y="9520"/>
                  </a:lnTo>
                  <a:lnTo>
                    <a:pt x="947930" y="4261"/>
                  </a:lnTo>
                  <a:lnTo>
                    <a:pt x="995115" y="1073"/>
                  </a:lnTo>
                  <a:lnTo>
                    <a:pt x="1042851" y="0"/>
                  </a:lnTo>
                  <a:lnTo>
                    <a:pt x="1091530" y="1135"/>
                  </a:lnTo>
                  <a:lnTo>
                    <a:pt x="1139903" y="4522"/>
                  </a:lnTo>
                  <a:lnTo>
                    <a:pt x="1187897" y="10131"/>
                  </a:lnTo>
                  <a:lnTo>
                    <a:pt x="1235443" y="17933"/>
                  </a:lnTo>
                  <a:lnTo>
                    <a:pt x="1282469" y="27898"/>
                  </a:lnTo>
                  <a:lnTo>
                    <a:pt x="1328903" y="39996"/>
                  </a:lnTo>
                  <a:lnTo>
                    <a:pt x="1374674" y="54198"/>
                  </a:lnTo>
                  <a:lnTo>
                    <a:pt x="1419712" y="70475"/>
                  </a:lnTo>
                  <a:lnTo>
                    <a:pt x="1463944" y="88796"/>
                  </a:lnTo>
                  <a:lnTo>
                    <a:pt x="1507299" y="109133"/>
                  </a:lnTo>
                  <a:lnTo>
                    <a:pt x="1549707" y="131456"/>
                  </a:lnTo>
                  <a:lnTo>
                    <a:pt x="1591096" y="155735"/>
                  </a:lnTo>
                  <a:lnTo>
                    <a:pt x="1631394" y="181941"/>
                  </a:lnTo>
                  <a:lnTo>
                    <a:pt x="1670531" y="210045"/>
                  </a:lnTo>
                  <a:lnTo>
                    <a:pt x="1708435" y="240016"/>
                  </a:lnTo>
                  <a:lnTo>
                    <a:pt x="1745034" y="271825"/>
                  </a:lnTo>
                  <a:lnTo>
                    <a:pt x="1780258" y="305444"/>
                  </a:lnTo>
                  <a:lnTo>
                    <a:pt x="1813877" y="340668"/>
                  </a:lnTo>
                  <a:lnTo>
                    <a:pt x="1845686" y="377268"/>
                  </a:lnTo>
                  <a:lnTo>
                    <a:pt x="1875657" y="415171"/>
                  </a:lnTo>
                  <a:lnTo>
                    <a:pt x="1903761" y="454308"/>
                  </a:lnTo>
                  <a:lnTo>
                    <a:pt x="1929967" y="494606"/>
                  </a:lnTo>
                  <a:lnTo>
                    <a:pt x="1954246" y="535995"/>
                  </a:lnTo>
                  <a:lnTo>
                    <a:pt x="1976569" y="578403"/>
                  </a:lnTo>
                  <a:lnTo>
                    <a:pt x="1996905" y="621758"/>
                  </a:lnTo>
                  <a:lnTo>
                    <a:pt x="2015227" y="665990"/>
                  </a:lnTo>
                  <a:lnTo>
                    <a:pt x="2031504" y="711027"/>
                  </a:lnTo>
                  <a:lnTo>
                    <a:pt x="2045706" y="756799"/>
                  </a:lnTo>
                  <a:lnTo>
                    <a:pt x="2057804" y="803233"/>
                  </a:lnTo>
                  <a:lnTo>
                    <a:pt x="2067769" y="850259"/>
                  </a:lnTo>
                  <a:lnTo>
                    <a:pt x="2075570" y="897805"/>
                  </a:lnTo>
                  <a:lnTo>
                    <a:pt x="2081179" y="945799"/>
                  </a:lnTo>
                  <a:lnTo>
                    <a:pt x="2084567" y="994172"/>
                  </a:lnTo>
                  <a:lnTo>
                    <a:pt x="2085702" y="1042851"/>
                  </a:lnTo>
                  <a:lnTo>
                    <a:pt x="2084629" y="1090587"/>
                  </a:lnTo>
                  <a:lnTo>
                    <a:pt x="2081440" y="1137772"/>
                  </a:lnTo>
                  <a:lnTo>
                    <a:pt x="2076182" y="1184360"/>
                  </a:lnTo>
                  <a:lnTo>
                    <a:pt x="2068901" y="1230305"/>
                  </a:lnTo>
                  <a:lnTo>
                    <a:pt x="2059641" y="1275561"/>
                  </a:lnTo>
                  <a:lnTo>
                    <a:pt x="2048451" y="1320082"/>
                  </a:lnTo>
                  <a:lnTo>
                    <a:pt x="2035374" y="1363822"/>
                  </a:lnTo>
                  <a:lnTo>
                    <a:pt x="2020459" y="1406736"/>
                  </a:lnTo>
                  <a:lnTo>
                    <a:pt x="2003750" y="1448776"/>
                  </a:lnTo>
                  <a:lnTo>
                    <a:pt x="1985293" y="1489897"/>
                  </a:lnTo>
                  <a:lnTo>
                    <a:pt x="1965136" y="1530053"/>
                  </a:lnTo>
                  <a:lnTo>
                    <a:pt x="1943323" y="1569198"/>
                  </a:lnTo>
                  <a:lnTo>
                    <a:pt x="1919900" y="1607286"/>
                  </a:lnTo>
                  <a:lnTo>
                    <a:pt x="1894914" y="1644271"/>
                  </a:lnTo>
                  <a:lnTo>
                    <a:pt x="1868411" y="1680106"/>
                  </a:lnTo>
                  <a:lnTo>
                    <a:pt x="1840437" y="1714747"/>
                  </a:lnTo>
                  <a:lnTo>
                    <a:pt x="1811037" y="1748146"/>
                  </a:lnTo>
                  <a:lnTo>
                    <a:pt x="1780258" y="1780258"/>
                  </a:lnTo>
                  <a:lnTo>
                    <a:pt x="1748146" y="1811037"/>
                  </a:lnTo>
                  <a:lnTo>
                    <a:pt x="1714747" y="1840437"/>
                  </a:lnTo>
                  <a:lnTo>
                    <a:pt x="1680106" y="1868411"/>
                  </a:lnTo>
                  <a:lnTo>
                    <a:pt x="1644271" y="1894914"/>
                  </a:lnTo>
                  <a:lnTo>
                    <a:pt x="1607286" y="1919900"/>
                  </a:lnTo>
                  <a:lnTo>
                    <a:pt x="1569198" y="1943323"/>
                  </a:lnTo>
                  <a:lnTo>
                    <a:pt x="1530053" y="1965136"/>
                  </a:lnTo>
                  <a:lnTo>
                    <a:pt x="1489897" y="1985294"/>
                  </a:lnTo>
                  <a:lnTo>
                    <a:pt x="1448776" y="2003750"/>
                  </a:lnTo>
                  <a:lnTo>
                    <a:pt x="1406736" y="2020459"/>
                  </a:lnTo>
                  <a:lnTo>
                    <a:pt x="1363822" y="2035375"/>
                  </a:lnTo>
                  <a:lnTo>
                    <a:pt x="1320082" y="2048451"/>
                  </a:lnTo>
                  <a:lnTo>
                    <a:pt x="1275561" y="2059642"/>
                  </a:lnTo>
                  <a:lnTo>
                    <a:pt x="1230305" y="2068901"/>
                  </a:lnTo>
                  <a:lnTo>
                    <a:pt x="1184360" y="2076182"/>
                  </a:lnTo>
                  <a:lnTo>
                    <a:pt x="1137772" y="2081441"/>
                  </a:lnTo>
                  <a:lnTo>
                    <a:pt x="1090587" y="2084629"/>
                  </a:lnTo>
                  <a:lnTo>
                    <a:pt x="1042851" y="2085702"/>
                  </a:lnTo>
                  <a:lnTo>
                    <a:pt x="995115" y="2084629"/>
                  </a:lnTo>
                  <a:lnTo>
                    <a:pt x="947930" y="2081441"/>
                  </a:lnTo>
                  <a:lnTo>
                    <a:pt x="901342" y="2076182"/>
                  </a:lnTo>
                  <a:lnTo>
                    <a:pt x="855397" y="2068901"/>
                  </a:lnTo>
                  <a:lnTo>
                    <a:pt x="810141" y="2059642"/>
                  </a:lnTo>
                  <a:lnTo>
                    <a:pt x="765620" y="2048451"/>
                  </a:lnTo>
                  <a:lnTo>
                    <a:pt x="721880" y="2035375"/>
                  </a:lnTo>
                  <a:lnTo>
                    <a:pt x="678966" y="2020459"/>
                  </a:lnTo>
                  <a:lnTo>
                    <a:pt x="636926" y="2003750"/>
                  </a:lnTo>
                  <a:lnTo>
                    <a:pt x="595805" y="1985294"/>
                  </a:lnTo>
                  <a:lnTo>
                    <a:pt x="555649" y="1965136"/>
                  </a:lnTo>
                  <a:lnTo>
                    <a:pt x="516504" y="1943323"/>
                  </a:lnTo>
                  <a:lnTo>
                    <a:pt x="478416" y="1919900"/>
                  </a:lnTo>
                  <a:lnTo>
                    <a:pt x="441431" y="1894914"/>
                  </a:lnTo>
                  <a:lnTo>
                    <a:pt x="405596" y="1868411"/>
                  </a:lnTo>
                  <a:lnTo>
                    <a:pt x="370955" y="1840437"/>
                  </a:lnTo>
                  <a:lnTo>
                    <a:pt x="337556" y="1811037"/>
                  </a:lnTo>
                  <a:lnTo>
                    <a:pt x="305444" y="1780258"/>
                  </a:lnTo>
                  <a:lnTo>
                    <a:pt x="274665" y="1748146"/>
                  </a:lnTo>
                  <a:lnTo>
                    <a:pt x="245265" y="1714747"/>
                  </a:lnTo>
                  <a:lnTo>
                    <a:pt x="217291" y="1680106"/>
                  </a:lnTo>
                  <a:lnTo>
                    <a:pt x="190788" y="1644271"/>
                  </a:lnTo>
                  <a:lnTo>
                    <a:pt x="165802" y="1607286"/>
                  </a:lnTo>
                  <a:lnTo>
                    <a:pt x="142379" y="1569198"/>
                  </a:lnTo>
                  <a:lnTo>
                    <a:pt x="120566" y="1530053"/>
                  </a:lnTo>
                  <a:lnTo>
                    <a:pt x="100408" y="1489897"/>
                  </a:lnTo>
                  <a:lnTo>
                    <a:pt x="81952" y="1448776"/>
                  </a:lnTo>
                  <a:lnTo>
                    <a:pt x="65243" y="1406736"/>
                  </a:lnTo>
                  <a:lnTo>
                    <a:pt x="50327" y="1363822"/>
                  </a:lnTo>
                  <a:lnTo>
                    <a:pt x="37251" y="1320082"/>
                  </a:lnTo>
                  <a:lnTo>
                    <a:pt x="26060" y="1275561"/>
                  </a:lnTo>
                  <a:lnTo>
                    <a:pt x="16801" y="1230305"/>
                  </a:lnTo>
                  <a:lnTo>
                    <a:pt x="9520" y="1184360"/>
                  </a:lnTo>
                  <a:lnTo>
                    <a:pt x="4261" y="1137772"/>
                  </a:lnTo>
                  <a:lnTo>
                    <a:pt x="1073" y="1090587"/>
                  </a:lnTo>
                  <a:lnTo>
                    <a:pt x="0" y="1042851"/>
                  </a:lnTo>
                  <a:close/>
                </a:path>
              </a:pathLst>
            </a:custGeom>
            <a:noFill/>
            <a:ln w="190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1502227" y="4036423"/>
              <a:ext cx="2447290" cy="2447290"/>
            </a:xfrm>
            <a:custGeom>
              <a:avLst/>
              <a:gdLst/>
              <a:ahLst/>
              <a:cxnLst/>
              <a:rect l="l" t="t" r="r" b="b"/>
              <a:pathLst>
                <a:path w="2447290" h="2447290" extrusionOk="0">
                  <a:moveTo>
                    <a:pt x="0" y="1223553"/>
                  </a:moveTo>
                  <a:lnTo>
                    <a:pt x="925" y="1175509"/>
                  </a:lnTo>
                  <a:lnTo>
                    <a:pt x="3681" y="1127933"/>
                  </a:lnTo>
                  <a:lnTo>
                    <a:pt x="8231" y="1080861"/>
                  </a:lnTo>
                  <a:lnTo>
                    <a:pt x="14543" y="1034326"/>
                  </a:lnTo>
                  <a:lnTo>
                    <a:pt x="22582" y="988362"/>
                  </a:lnTo>
                  <a:lnTo>
                    <a:pt x="32314" y="943004"/>
                  </a:lnTo>
                  <a:lnTo>
                    <a:pt x="43706" y="898284"/>
                  </a:lnTo>
                  <a:lnTo>
                    <a:pt x="56723" y="854238"/>
                  </a:lnTo>
                  <a:lnTo>
                    <a:pt x="71331" y="810899"/>
                  </a:lnTo>
                  <a:lnTo>
                    <a:pt x="87496" y="768301"/>
                  </a:lnTo>
                  <a:lnTo>
                    <a:pt x="105185" y="726479"/>
                  </a:lnTo>
                  <a:lnTo>
                    <a:pt x="124363" y="685466"/>
                  </a:lnTo>
                  <a:lnTo>
                    <a:pt x="144996" y="645295"/>
                  </a:lnTo>
                  <a:lnTo>
                    <a:pt x="167050" y="606002"/>
                  </a:lnTo>
                  <a:lnTo>
                    <a:pt x="190492" y="567621"/>
                  </a:lnTo>
                  <a:lnTo>
                    <a:pt x="215287" y="530184"/>
                  </a:lnTo>
                  <a:lnTo>
                    <a:pt x="241401" y="493727"/>
                  </a:lnTo>
                  <a:lnTo>
                    <a:pt x="268801" y="458283"/>
                  </a:lnTo>
                  <a:lnTo>
                    <a:pt x="297451" y="423886"/>
                  </a:lnTo>
                  <a:lnTo>
                    <a:pt x="327319" y="390571"/>
                  </a:lnTo>
                  <a:lnTo>
                    <a:pt x="358370" y="358370"/>
                  </a:lnTo>
                  <a:lnTo>
                    <a:pt x="390570" y="327319"/>
                  </a:lnTo>
                  <a:lnTo>
                    <a:pt x="423886" y="297451"/>
                  </a:lnTo>
                  <a:lnTo>
                    <a:pt x="458283" y="268801"/>
                  </a:lnTo>
                  <a:lnTo>
                    <a:pt x="493727" y="241401"/>
                  </a:lnTo>
                  <a:lnTo>
                    <a:pt x="530184" y="215287"/>
                  </a:lnTo>
                  <a:lnTo>
                    <a:pt x="567621" y="190492"/>
                  </a:lnTo>
                  <a:lnTo>
                    <a:pt x="606002" y="167051"/>
                  </a:lnTo>
                  <a:lnTo>
                    <a:pt x="645295" y="144996"/>
                  </a:lnTo>
                  <a:lnTo>
                    <a:pt x="685465" y="124363"/>
                  </a:lnTo>
                  <a:lnTo>
                    <a:pt x="726479" y="105185"/>
                  </a:lnTo>
                  <a:lnTo>
                    <a:pt x="768301" y="87496"/>
                  </a:lnTo>
                  <a:lnTo>
                    <a:pt x="810899" y="71331"/>
                  </a:lnTo>
                  <a:lnTo>
                    <a:pt x="854238" y="56723"/>
                  </a:lnTo>
                  <a:lnTo>
                    <a:pt x="898284" y="43706"/>
                  </a:lnTo>
                  <a:lnTo>
                    <a:pt x="943004" y="32314"/>
                  </a:lnTo>
                  <a:lnTo>
                    <a:pt x="988362" y="22582"/>
                  </a:lnTo>
                  <a:lnTo>
                    <a:pt x="1034326" y="14543"/>
                  </a:lnTo>
                  <a:lnTo>
                    <a:pt x="1080861" y="8231"/>
                  </a:lnTo>
                  <a:lnTo>
                    <a:pt x="1127933" y="3681"/>
                  </a:lnTo>
                  <a:lnTo>
                    <a:pt x="1175509" y="925"/>
                  </a:lnTo>
                  <a:lnTo>
                    <a:pt x="1223553" y="0"/>
                  </a:lnTo>
                  <a:lnTo>
                    <a:pt x="1274671" y="1067"/>
                  </a:lnTo>
                  <a:lnTo>
                    <a:pt x="1325508" y="4252"/>
                  </a:lnTo>
                  <a:lnTo>
                    <a:pt x="1376004" y="9529"/>
                  </a:lnTo>
                  <a:lnTo>
                    <a:pt x="1426099" y="16875"/>
                  </a:lnTo>
                  <a:lnTo>
                    <a:pt x="1475734" y="26264"/>
                  </a:lnTo>
                  <a:lnTo>
                    <a:pt x="1524849" y="37672"/>
                  </a:lnTo>
                  <a:lnTo>
                    <a:pt x="1573383" y="51074"/>
                  </a:lnTo>
                  <a:lnTo>
                    <a:pt x="1621277" y="66444"/>
                  </a:lnTo>
                  <a:lnTo>
                    <a:pt x="1668471" y="83758"/>
                  </a:lnTo>
                  <a:lnTo>
                    <a:pt x="1714906" y="102992"/>
                  </a:lnTo>
                  <a:lnTo>
                    <a:pt x="1760520" y="124120"/>
                  </a:lnTo>
                  <a:lnTo>
                    <a:pt x="1805255" y="147118"/>
                  </a:lnTo>
                  <a:lnTo>
                    <a:pt x="1849050" y="171961"/>
                  </a:lnTo>
                  <a:lnTo>
                    <a:pt x="1891846" y="198624"/>
                  </a:lnTo>
                  <a:lnTo>
                    <a:pt x="1933582" y="227082"/>
                  </a:lnTo>
                  <a:lnTo>
                    <a:pt x="1974200" y="257310"/>
                  </a:lnTo>
                  <a:lnTo>
                    <a:pt x="2013638" y="289284"/>
                  </a:lnTo>
                  <a:lnTo>
                    <a:pt x="2051837" y="322979"/>
                  </a:lnTo>
                  <a:lnTo>
                    <a:pt x="2088737" y="358370"/>
                  </a:lnTo>
                  <a:lnTo>
                    <a:pt x="2124128" y="395270"/>
                  </a:lnTo>
                  <a:lnTo>
                    <a:pt x="2157823" y="433469"/>
                  </a:lnTo>
                  <a:lnTo>
                    <a:pt x="2189797" y="472907"/>
                  </a:lnTo>
                  <a:lnTo>
                    <a:pt x="2220025" y="513525"/>
                  </a:lnTo>
                  <a:lnTo>
                    <a:pt x="2248483" y="555261"/>
                  </a:lnTo>
                  <a:lnTo>
                    <a:pt x="2275146" y="598057"/>
                  </a:lnTo>
                  <a:lnTo>
                    <a:pt x="2299989" y="641852"/>
                  </a:lnTo>
                  <a:lnTo>
                    <a:pt x="2322987" y="686587"/>
                  </a:lnTo>
                  <a:lnTo>
                    <a:pt x="2344115" y="732201"/>
                  </a:lnTo>
                  <a:lnTo>
                    <a:pt x="2363348" y="778636"/>
                  </a:lnTo>
                  <a:lnTo>
                    <a:pt x="2380663" y="825830"/>
                  </a:lnTo>
                  <a:lnTo>
                    <a:pt x="2396033" y="873724"/>
                  </a:lnTo>
                  <a:lnTo>
                    <a:pt x="2409435" y="922258"/>
                  </a:lnTo>
                  <a:lnTo>
                    <a:pt x="2420842" y="971373"/>
                  </a:lnTo>
                  <a:lnTo>
                    <a:pt x="2430232" y="1021008"/>
                  </a:lnTo>
                  <a:lnTo>
                    <a:pt x="2437578" y="1071103"/>
                  </a:lnTo>
                  <a:lnTo>
                    <a:pt x="2442855" y="1121599"/>
                  </a:lnTo>
                  <a:lnTo>
                    <a:pt x="2446040" y="1172436"/>
                  </a:lnTo>
                  <a:lnTo>
                    <a:pt x="2447107" y="1223553"/>
                  </a:lnTo>
                  <a:lnTo>
                    <a:pt x="2446182" y="1271598"/>
                  </a:lnTo>
                  <a:lnTo>
                    <a:pt x="2443426" y="1319174"/>
                  </a:lnTo>
                  <a:lnTo>
                    <a:pt x="2438876" y="1366246"/>
                  </a:lnTo>
                  <a:lnTo>
                    <a:pt x="2432564" y="1412781"/>
                  </a:lnTo>
                  <a:lnTo>
                    <a:pt x="2424525" y="1458745"/>
                  </a:lnTo>
                  <a:lnTo>
                    <a:pt x="2414793" y="1504103"/>
                  </a:lnTo>
                  <a:lnTo>
                    <a:pt x="2403401" y="1548823"/>
                  </a:lnTo>
                  <a:lnTo>
                    <a:pt x="2390384" y="1592869"/>
                  </a:lnTo>
                  <a:lnTo>
                    <a:pt x="2375776" y="1636208"/>
                  </a:lnTo>
                  <a:lnTo>
                    <a:pt x="2359611" y="1678806"/>
                  </a:lnTo>
                  <a:lnTo>
                    <a:pt x="2341922" y="1720628"/>
                  </a:lnTo>
                  <a:lnTo>
                    <a:pt x="2322744" y="1761642"/>
                  </a:lnTo>
                  <a:lnTo>
                    <a:pt x="2302111" y="1801812"/>
                  </a:lnTo>
                  <a:lnTo>
                    <a:pt x="2280056" y="1841105"/>
                  </a:lnTo>
                  <a:lnTo>
                    <a:pt x="2256615" y="1879486"/>
                  </a:lnTo>
                  <a:lnTo>
                    <a:pt x="2231820" y="1916923"/>
                  </a:lnTo>
                  <a:lnTo>
                    <a:pt x="2205706" y="1953380"/>
                  </a:lnTo>
                  <a:lnTo>
                    <a:pt x="2178306" y="1988824"/>
                  </a:lnTo>
                  <a:lnTo>
                    <a:pt x="2149656" y="2023221"/>
                  </a:lnTo>
                  <a:lnTo>
                    <a:pt x="2119788" y="2056536"/>
                  </a:lnTo>
                  <a:lnTo>
                    <a:pt x="2088737" y="2088737"/>
                  </a:lnTo>
                  <a:lnTo>
                    <a:pt x="2056536" y="2119788"/>
                  </a:lnTo>
                  <a:lnTo>
                    <a:pt x="2023221" y="2149656"/>
                  </a:lnTo>
                  <a:lnTo>
                    <a:pt x="1988824" y="2178306"/>
                  </a:lnTo>
                  <a:lnTo>
                    <a:pt x="1953380" y="2205706"/>
                  </a:lnTo>
                  <a:lnTo>
                    <a:pt x="1916923" y="2231820"/>
                  </a:lnTo>
                  <a:lnTo>
                    <a:pt x="1879486" y="2256615"/>
                  </a:lnTo>
                  <a:lnTo>
                    <a:pt x="1841105" y="2280056"/>
                  </a:lnTo>
                  <a:lnTo>
                    <a:pt x="1801812" y="2302111"/>
                  </a:lnTo>
                  <a:lnTo>
                    <a:pt x="1761641" y="2322744"/>
                  </a:lnTo>
                  <a:lnTo>
                    <a:pt x="1720628" y="2341922"/>
                  </a:lnTo>
                  <a:lnTo>
                    <a:pt x="1678806" y="2359610"/>
                  </a:lnTo>
                  <a:lnTo>
                    <a:pt x="1636208" y="2375776"/>
                  </a:lnTo>
                  <a:lnTo>
                    <a:pt x="1592869" y="2390384"/>
                  </a:lnTo>
                  <a:lnTo>
                    <a:pt x="1548823" y="2403401"/>
                  </a:lnTo>
                  <a:lnTo>
                    <a:pt x="1504103" y="2414792"/>
                  </a:lnTo>
                  <a:lnTo>
                    <a:pt x="1458745" y="2424525"/>
                  </a:lnTo>
                  <a:lnTo>
                    <a:pt x="1412781" y="2432564"/>
                  </a:lnTo>
                  <a:lnTo>
                    <a:pt x="1366246" y="2438876"/>
                  </a:lnTo>
                  <a:lnTo>
                    <a:pt x="1319173" y="2443426"/>
                  </a:lnTo>
                  <a:lnTo>
                    <a:pt x="1271598" y="2446181"/>
                  </a:lnTo>
                  <a:lnTo>
                    <a:pt x="1223553" y="2447107"/>
                  </a:lnTo>
                  <a:lnTo>
                    <a:pt x="1175509" y="2446181"/>
                  </a:lnTo>
                  <a:lnTo>
                    <a:pt x="1127933" y="2443426"/>
                  </a:lnTo>
                  <a:lnTo>
                    <a:pt x="1080861" y="2438876"/>
                  </a:lnTo>
                  <a:lnTo>
                    <a:pt x="1034326" y="2432564"/>
                  </a:lnTo>
                  <a:lnTo>
                    <a:pt x="988362" y="2424525"/>
                  </a:lnTo>
                  <a:lnTo>
                    <a:pt x="943004" y="2414792"/>
                  </a:lnTo>
                  <a:lnTo>
                    <a:pt x="898284" y="2403401"/>
                  </a:lnTo>
                  <a:lnTo>
                    <a:pt x="854238" y="2390384"/>
                  </a:lnTo>
                  <a:lnTo>
                    <a:pt x="810899" y="2375776"/>
                  </a:lnTo>
                  <a:lnTo>
                    <a:pt x="768301" y="2359610"/>
                  </a:lnTo>
                  <a:lnTo>
                    <a:pt x="726479" y="2341922"/>
                  </a:lnTo>
                  <a:lnTo>
                    <a:pt x="685465" y="2322744"/>
                  </a:lnTo>
                  <a:lnTo>
                    <a:pt x="645295" y="2302111"/>
                  </a:lnTo>
                  <a:lnTo>
                    <a:pt x="606002" y="2280056"/>
                  </a:lnTo>
                  <a:lnTo>
                    <a:pt x="567621" y="2256615"/>
                  </a:lnTo>
                  <a:lnTo>
                    <a:pt x="530184" y="2231820"/>
                  </a:lnTo>
                  <a:lnTo>
                    <a:pt x="493727" y="2205706"/>
                  </a:lnTo>
                  <a:lnTo>
                    <a:pt x="458283" y="2178306"/>
                  </a:lnTo>
                  <a:lnTo>
                    <a:pt x="423886" y="2149656"/>
                  </a:lnTo>
                  <a:lnTo>
                    <a:pt x="390570" y="2119788"/>
                  </a:lnTo>
                  <a:lnTo>
                    <a:pt x="358370" y="2088737"/>
                  </a:lnTo>
                  <a:lnTo>
                    <a:pt x="327319" y="2056536"/>
                  </a:lnTo>
                  <a:lnTo>
                    <a:pt x="297451" y="2023221"/>
                  </a:lnTo>
                  <a:lnTo>
                    <a:pt x="268801" y="1988824"/>
                  </a:lnTo>
                  <a:lnTo>
                    <a:pt x="241401" y="1953380"/>
                  </a:lnTo>
                  <a:lnTo>
                    <a:pt x="215287" y="1916923"/>
                  </a:lnTo>
                  <a:lnTo>
                    <a:pt x="190492" y="1879486"/>
                  </a:lnTo>
                  <a:lnTo>
                    <a:pt x="167050" y="1841105"/>
                  </a:lnTo>
                  <a:lnTo>
                    <a:pt x="144996" y="1801812"/>
                  </a:lnTo>
                  <a:lnTo>
                    <a:pt x="124363" y="1761642"/>
                  </a:lnTo>
                  <a:lnTo>
                    <a:pt x="105185" y="1720628"/>
                  </a:lnTo>
                  <a:lnTo>
                    <a:pt x="87496" y="1678806"/>
                  </a:lnTo>
                  <a:lnTo>
                    <a:pt x="71331" y="1636208"/>
                  </a:lnTo>
                  <a:lnTo>
                    <a:pt x="56723" y="1592869"/>
                  </a:lnTo>
                  <a:lnTo>
                    <a:pt x="43706" y="1548823"/>
                  </a:lnTo>
                  <a:lnTo>
                    <a:pt x="32314" y="1504103"/>
                  </a:lnTo>
                  <a:lnTo>
                    <a:pt x="22582" y="1458745"/>
                  </a:lnTo>
                  <a:lnTo>
                    <a:pt x="14543" y="1412781"/>
                  </a:lnTo>
                  <a:lnTo>
                    <a:pt x="8231" y="1366246"/>
                  </a:lnTo>
                  <a:lnTo>
                    <a:pt x="3681" y="1319174"/>
                  </a:lnTo>
                  <a:lnTo>
                    <a:pt x="925" y="1271598"/>
                  </a:lnTo>
                  <a:lnTo>
                    <a:pt x="0" y="1223553"/>
                  </a:lnTo>
                  <a:close/>
                </a:path>
              </a:pathLst>
            </a:custGeom>
            <a:noFill/>
            <a:ln w="1267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23"/>
          <p:cNvSpPr txBox="1"/>
          <p:nvPr/>
        </p:nvSpPr>
        <p:spPr>
          <a:xfrm>
            <a:off x="1866838" y="5014149"/>
            <a:ext cx="1776095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81050" marR="5080" lvl="0" indent="-7689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IT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4535849" y="3176111"/>
            <a:ext cx="31203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THANK YOU</a:t>
            </a: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</TotalTime>
  <Words>958</Words>
  <Application>Microsoft Office PowerPoint</Application>
  <PresentationFormat>Widescreen</PresentationFormat>
  <Paragraphs>89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Times New Roman</vt:lpstr>
      <vt:lpstr>Wingdings</vt:lpstr>
      <vt:lpstr>Office Theme</vt:lpstr>
      <vt:lpstr> “MULTIMODAL  AI–DRIVEN  SMART  HEALTHCARE  PLATFORM FOR  INTELLIGENT  TELEMEDICINE  AND  DIAGNOSTIC  DECISION SUPPORT”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IRRIGATION SYSTEM   FOR AGRICULTURE USING AI AND IOT</dc:title>
  <dc:creator>MOHANRAJ KUMARASAMY</dc:creator>
  <cp:lastModifiedBy>kesavan r</cp:lastModifiedBy>
  <cp:revision>10</cp:revision>
  <dcterms:modified xsi:type="dcterms:W3CDTF">2026-04-19T15:16:29Z</dcterms:modified>
</cp:coreProperties>
</file>